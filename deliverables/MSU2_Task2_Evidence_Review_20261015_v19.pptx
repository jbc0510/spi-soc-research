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08d45ff72c45b7" /><Relationship Type="http://schemas.openxmlformats.org/officeDocument/2006/relationships/extended-properties" Target="/docProps/app.xml" Id="R11e0c99f3a3842fa" /><Relationship Type="http://schemas.openxmlformats.org/officeDocument/2006/relationships/officeDocument" Target="/ppt/presentation.xml" Id="R5713c77c3e9646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8229e4f7ed4c4b"/>
  </p:sldMasterIdLst>
  <p:notesMasterIdLst>
    <p:notesMasterId xmlns:r="http://schemas.openxmlformats.org/officeDocument/2006/relationships" r:id="R20f4ee6dd30345a8"/>
  </p:notesMasterIdLst>
  <p:sldIdLst>
    <p:sldId xmlns:r="http://schemas.openxmlformats.org/officeDocument/2006/relationships" id="256" r:id="Re11bde7e39524f0d"/>
    <p:sldId xmlns:r="http://schemas.openxmlformats.org/officeDocument/2006/relationships" id="257" r:id="R8313562aae0d488f"/>
    <p:sldId xmlns:r="http://schemas.openxmlformats.org/officeDocument/2006/relationships" id="258" r:id="Rfbbf2c9554d04dbb"/>
    <p:sldId xmlns:r="http://schemas.openxmlformats.org/officeDocument/2006/relationships" id="259" r:id="Rddf065ad4f1d4885"/>
    <p:sldId xmlns:r="http://schemas.openxmlformats.org/officeDocument/2006/relationships" id="260" r:id="R8f04e404ae0e44a0"/>
    <p:sldId xmlns:r="http://schemas.openxmlformats.org/officeDocument/2006/relationships" id="261" r:id="Rdaa81f05083f460b"/>
    <p:sldId xmlns:r="http://schemas.openxmlformats.org/officeDocument/2006/relationships" id="262" r:id="R43e811532b1e4149"/>
    <p:sldId xmlns:r="http://schemas.openxmlformats.org/officeDocument/2006/relationships" id="263" r:id="R515305eaa1e740d2"/>
    <p:sldId xmlns:r="http://schemas.openxmlformats.org/officeDocument/2006/relationships" id="264" r:id="Rceca5bb3e26a4858"/>
    <p:sldId xmlns:r="http://schemas.openxmlformats.org/officeDocument/2006/relationships" id="265" r:id="Rf48619951ef24aab"/>
    <p:sldId xmlns:r="http://schemas.openxmlformats.org/officeDocument/2006/relationships" id="266" r:id="R7553983bb61e4f24"/>
    <p:sldId xmlns:r="http://schemas.openxmlformats.org/officeDocument/2006/relationships" id="267" r:id="Rf11fe05a942d47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863fedca704bdc" /><Relationship Type="http://schemas.openxmlformats.org/officeDocument/2006/relationships/slideMaster" Target="/ppt/slideMasters/slideMaster1.xml" Id="R918229e4f7ed4c4b" /><Relationship Type="http://schemas.openxmlformats.org/officeDocument/2006/relationships/notesMaster" Target="/ppt/notesMasters/notesMaster1.xml" Id="R20f4ee6dd30345a8" /><Relationship Type="http://schemas.openxmlformats.org/officeDocument/2006/relationships/presProps" Target="/ppt/presProps.xml" Id="R28b37e4dfd234f4f" /><Relationship Type="http://schemas.openxmlformats.org/officeDocument/2006/relationships/tableStyles" Target="/ppt/tableStyles.xml" Id="R3b942f123ea94435" /><Relationship Type="http://schemas.openxmlformats.org/officeDocument/2006/relationships/slide" Target="/ppt/slides/slide1.xml" Id="Re11bde7e39524f0d" /><Relationship Type="http://schemas.openxmlformats.org/officeDocument/2006/relationships/slide" Target="/ppt/slides/slide2.xml" Id="R8313562aae0d488f" /><Relationship Type="http://schemas.openxmlformats.org/officeDocument/2006/relationships/slide" Target="/ppt/slides/slide3.xml" Id="Rfbbf2c9554d04dbb" /><Relationship Type="http://schemas.openxmlformats.org/officeDocument/2006/relationships/slide" Target="/ppt/slides/slide4.xml" Id="Rddf065ad4f1d4885" /><Relationship Type="http://schemas.openxmlformats.org/officeDocument/2006/relationships/slide" Target="/ppt/slides/slide5.xml" Id="R8f04e404ae0e44a0" /><Relationship Type="http://schemas.openxmlformats.org/officeDocument/2006/relationships/slide" Target="/ppt/slides/slide6.xml" Id="Rdaa81f05083f460b" /><Relationship Type="http://schemas.openxmlformats.org/officeDocument/2006/relationships/slide" Target="/ppt/slides/slide7.xml" Id="R43e811532b1e4149" /><Relationship Type="http://schemas.openxmlformats.org/officeDocument/2006/relationships/slide" Target="/ppt/slides/slide8.xml" Id="R515305eaa1e740d2" /><Relationship Type="http://schemas.openxmlformats.org/officeDocument/2006/relationships/slide" Target="/ppt/slides/slide9.xml" Id="Rceca5bb3e26a4858" /><Relationship Type="http://schemas.openxmlformats.org/officeDocument/2006/relationships/slide" Target="/ppt/slides/slide10.xml" Id="Rf48619951ef24aab" /><Relationship Type="http://schemas.openxmlformats.org/officeDocument/2006/relationships/slide" Target="/ppt/slides/slide11.xml" Id="R7553983bb61e4f24" /><Relationship Type="http://schemas.openxmlformats.org/officeDocument/2006/relationships/slide" Target="/ppt/slides/slide12.xml" Id="Rf11fe05a942d47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e1c6508a2143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24f6a7bc06461f" /><Relationship Type="http://schemas.openxmlformats.org/officeDocument/2006/relationships/notesMaster" Target="/ppt/notesMasters/notesMaster1.xml" Id="Rfd2b18ca3a5f4d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b949882be645ee" /><Relationship Type="http://schemas.openxmlformats.org/officeDocument/2006/relationships/notesMaster" Target="/ppt/notesMasters/notesMaster1.xml" Id="Rb1598a35802241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964ad918b24fe6" /><Relationship Type="http://schemas.openxmlformats.org/officeDocument/2006/relationships/notesMaster" Target="/ppt/notesMasters/notesMaster1.xml" Id="R62bd233da52f42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481b2dc08147c1" /><Relationship Type="http://schemas.openxmlformats.org/officeDocument/2006/relationships/notesMaster" Target="/ppt/notesMasters/notesMaster1.xml" Id="R71f1f67588c344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12e96155a343c0" /><Relationship Type="http://schemas.openxmlformats.org/officeDocument/2006/relationships/notesMaster" Target="/ppt/notesMasters/notesMaster1.xml" Id="Rb8c44e3b7ed849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cafaa3014d4896" /><Relationship Type="http://schemas.openxmlformats.org/officeDocument/2006/relationships/notesMaster" Target="/ppt/notesMasters/notesMaster1.xml" Id="R6ad35f61ebf741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777c31fcf0427f" /><Relationship Type="http://schemas.openxmlformats.org/officeDocument/2006/relationships/notesMaster" Target="/ppt/notesMasters/notesMaster1.xml" Id="R1fff23debc8d40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89e004edf941a8" /><Relationship Type="http://schemas.openxmlformats.org/officeDocument/2006/relationships/notesMaster" Target="/ppt/notesMasters/notesMaster1.xml" Id="R6522a3f0e9fc42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5ac222d0a84a11" /><Relationship Type="http://schemas.openxmlformats.org/officeDocument/2006/relationships/notesMaster" Target="/ppt/notesMasters/notesMaster1.xml" Id="Rec1982fb96d546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3807d3ef094c6c" /><Relationship Type="http://schemas.openxmlformats.org/officeDocument/2006/relationships/notesMaster" Target="/ppt/notesMasters/notesMaster1.xml" Id="R2c22b9b06c6a4e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ad817f090246c6" /><Relationship Type="http://schemas.openxmlformats.org/officeDocument/2006/relationships/notesMaster" Target="/ppt/notesMasters/notesMaster1.xml" Id="Rc790d4d083134f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0b3a3064eb4ca5" /><Relationship Type="http://schemas.openxmlformats.org/officeDocument/2006/relationships/notesMaster" Target="/ppt/notesMasters/notesMaster1.xml" Id="R942ac203aa0b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SOW source: /home/opentitan/Downloads/MSU-2_SOW_Final (1).docx, revision 2026-02-23.</a:t>
            </a:r>
          </a:p>
          <a:p xmlns:a="http://schemas.openxmlformats.org/drawingml/2006/main">
            <a:r>
              <a:t>2d/2e audit basis: results/SOW_2E_HARDENED_BOARD_VALIDATION_20260922.md and results/linux_axi_spi_bringup_20261013/SOW_2A_FINAL_COMPARISON_20261014.md.</a:t>
            </a:r>
          </a:p>
          <a:p xmlns:a="http://schemas.openxmlformats.org/drawingml/2006/main">
            <a:r>
              <a:t>2f source: results/SOW_2F_FREQSWEEP_20260908.md. 2g sources: results/SOW_2G_RECOVERY_20260909.md and results/SOW_2G_FWENV_20260908.md.</a:t>
            </a:r>
          </a:p>
          <a:p xmlns:a="http://schemas.openxmlformats.org/drawingml/2006/main">
            <a:r>
              <a:t>Historical file labels do not exactly mirror the SOW’s unlettered activity list. This slide maps 2d–2g by the SOW’s wording and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3811a639040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04731071d49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51789a2d549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463ec8b88d45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5d0be4bb44c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0df8123f842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CE9D64-F7A9-46FF-A363-DA7455DA02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C1F93F-23EF-4FC8-81CC-946CA1F312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D2ABC3-E391-4767-9255-CACAEB710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46FB8F-C8D4-4D24-A42D-19991AE1DE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B416E8-15E0-482B-A6A5-91B2AE60BB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3E5F3C-6324-4B91-B641-8EC079843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9C22B6-FF87-4849-A87E-6FEE5AF1E6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4BB777-731F-456B-9A4B-C03ABAE049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6733AB-C115-4BEB-B90F-B23D6DFEC4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488343-4C2B-42BE-9B83-4D648D39C5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6bc0c3336148e4" /><Relationship Type="http://schemas.openxmlformats.org/officeDocument/2006/relationships/slideLayout" Target="/ppt/slideLayouts/slideLayout1.xml" Id="R9c0225662d404809" /><Relationship Type="http://schemas.openxmlformats.org/officeDocument/2006/relationships/slideLayout" Target="/ppt/slideLayouts/slideLayout2.xml" Id="R42be00e56efa422b" /><Relationship Type="http://schemas.openxmlformats.org/officeDocument/2006/relationships/slideLayout" Target="/ppt/slideLayouts/slideLayout3.xml" Id="Rd0825f0422d94843" /><Relationship Type="http://schemas.openxmlformats.org/officeDocument/2006/relationships/slideLayout" Target="/ppt/slideLayouts/slideLayout4.xml" Id="R44c143bd27d0474e" /><Relationship Type="http://schemas.openxmlformats.org/officeDocument/2006/relationships/slideLayout" Target="/ppt/slideLayouts/slideLayout5.xml" Id="R87f55e960f9e4053" /><Relationship Type="http://schemas.openxmlformats.org/officeDocument/2006/relationships/slideLayout" Target="/ppt/slideLayouts/slideLayout6.xml" Id="R6d849bfa4aee40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0225662d404809"/>
    <p:sldLayoutId xmlns:r="http://schemas.openxmlformats.org/officeDocument/2006/relationships" id="2147483650" r:id="R42be00e56efa422b"/>
    <p:sldLayoutId xmlns:r="http://schemas.openxmlformats.org/officeDocument/2006/relationships" id="2147483651" r:id="Rd0825f0422d94843"/>
    <p:sldLayoutId xmlns:r="http://schemas.openxmlformats.org/officeDocument/2006/relationships" id="2147483652" r:id="R44c143bd27d0474e"/>
    <p:sldLayoutId xmlns:r="http://schemas.openxmlformats.org/officeDocument/2006/relationships" id="2147483653" r:id="R87f55e960f9e4053"/>
    <p:sldLayoutId xmlns:r="http://schemas.openxmlformats.org/officeDocument/2006/relationships" id="2147483654" r:id="R6d849bfa4aee40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cfae6d79b94b23" /><Relationship Type="http://schemas.openxmlformats.org/officeDocument/2006/relationships/notesSlide" Target="/ppt/notesSlides/notesSlide1.xml" Id="Re5f295632bb349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0b8b46eff4f16" /><Relationship Type="http://schemas.openxmlformats.org/officeDocument/2006/relationships/chart" Target="/ppt/slides/charts/chart1.xml" Id="Re90edb74e0da4e15" /><Relationship Type="http://schemas.openxmlformats.org/officeDocument/2006/relationships/notesSlide" Target="/ppt/notesSlides/notesSlide2.xml" Id="Rc84459371e6d41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fc77fbe2d34e73" /><Relationship Type="http://schemas.openxmlformats.org/officeDocument/2006/relationships/chart" Target="/ppt/slides/charts/chart2.xml" Id="Rcd620a2594d242f7" /><Relationship Type="http://schemas.openxmlformats.org/officeDocument/2006/relationships/notesSlide" Target="/ppt/notesSlides/notesSlide3.xml" Id="Rbe28e47aac0745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8b5b74ef374fad" /><Relationship Type="http://schemas.openxmlformats.org/officeDocument/2006/relationships/chart" Target="/ppt/slides/charts/chart3.xml" Id="R11a7d38c5e2e46e6" /><Relationship Type="http://schemas.openxmlformats.org/officeDocument/2006/relationships/notesSlide" Target="/ppt/notesSlides/notesSlide4.xml" Id="Raa3d7070b28d4e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77510e4de4e96" /><Relationship Type="http://schemas.openxmlformats.org/officeDocument/2006/relationships/notesSlide" Target="/ppt/notesSlides/notesSlide5.xml" Id="R85094e7854ea41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c60df385ce40fa" /><Relationship Type="http://schemas.openxmlformats.org/officeDocument/2006/relationships/notesSlide" Target="/ppt/notesSlides/notesSlide6.xml" Id="R1266fe9d69de48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8c44949dd4b16" /><Relationship Type="http://schemas.openxmlformats.org/officeDocument/2006/relationships/chart" Target="/ppt/slides/charts/chart4.xml" Id="R26121d4ae9f34d7e" /><Relationship Type="http://schemas.openxmlformats.org/officeDocument/2006/relationships/notesSlide" Target="/ppt/notesSlides/notesSlide7.xml" Id="R421a25b38e9340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b6c0a8196473b" /><Relationship Type="http://schemas.openxmlformats.org/officeDocument/2006/relationships/notesSlide" Target="/ppt/notesSlides/notesSlide8.xml" Id="Ra5297fbec4f94f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60d76f79f74607" /><Relationship Type="http://schemas.openxmlformats.org/officeDocument/2006/relationships/notesSlide" Target="/ppt/notesSlides/notesSlide9.xml" Id="Rae576e821d1f4e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c3418d2c54cd0" /><Relationship Type="http://schemas.openxmlformats.org/officeDocument/2006/relationships/notesSlide" Target="/ppt/notesSlides/notesSlide10.xml" Id="R069d16c28a4e4b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5c0b9dde344438" /><Relationship Type="http://schemas.openxmlformats.org/officeDocument/2006/relationships/notesSlide" Target="/ppt/notesSlides/notesSlide11.xml" Id="R687c8cd07fff43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d9f321f50340b5" /><Relationship Type="http://schemas.openxmlformats.org/officeDocument/2006/relationships/notesSlide" Target="/ppt/notesSlides/notesSlide12.xml" Id="R165cf823ecea4609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AE78B-BD6B-40F4-B217-5ECDC9E6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F7401-520F-474E-9DA7-BD165661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F5787-956B-4F1C-9A8B-B6BC916A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5558C-F24B-418D-985B-9683CE58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205E6-1FF2-4606-A234-359055B9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15 October 2026</a:t>
            </a:r>
          </a:p>
        </p:txBody>
      </p:sp>
    </p:spTree>
    <p:extLst>
      <p:ext uri="{BB962C8B-B14F-4D97-AF65-F5344CB8AC3E}">
        <p14:creationId xmlns:p14="http://schemas.microsoft.com/office/powerpoint/2010/main" val="1214405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F72F5-B6EE-49A0-8582-B9D6CA76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4599B-A0F2-4826-999E-C7FEED8B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13B98-C1C9-4649-8B77-4D5C4F8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AC466-EABF-4F0E-8BE9-1C7BE013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9DA0EEE-8166-4406-B608-DED4720582B4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0edb74e0da4e1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01E9C-046F-4F36-9E8A-63A75C14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F73FC-688A-419D-81A3-3BBD62B5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8F0A1-7D87-425C-8050-EC3A5F33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139B8-4E5C-44C9-B135-7C8CC97B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663D7-0E52-4028-AFFE-E0FB46C3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1283568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5F953-E88F-4E85-9DB2-6C367732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24471-B5F5-4A29-92EE-58B1930A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C349C-6A73-48E9-A62D-8EA94C9D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C05F7-339A-4305-AE50-37A45D64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756404D-5859-4615-A596-9DAF14073853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620a2594d242f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432B5-117E-4E4F-AC4B-B9A93701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E4FEF-F8D0-4ED3-BBC5-F8658045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31410-4218-4CE2-A97D-87F977CE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97435-65FE-4A78-A2F2-FB1F6304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BE41A-0DEF-40BE-A0D5-B4CBAC82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033375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72833-43CF-42A3-900E-00415357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A75BA-D22E-4DF0-86C3-8EF113F8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CB9F3-A0B8-47B8-BF28-79BCF866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98B63-7BA9-458C-8672-F3AA8AA5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C45E1B6-0EF2-4D76-881B-0DA2D5033F78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a7d38c5e2e46e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6CCC8-8BFF-4520-9C60-FC3EC306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FD776-CEAF-435F-B7F9-58A9B38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D1193-E8D1-4798-BC4A-791C0C00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CF855-FBE6-4761-A183-67EF4C25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1499278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510A6-0C79-4CA0-9535-D85EF230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14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BC7A6-8807-4230-8259-B9D83A67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Remaining Task 2 work and evidence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6E3ED-5715-472F-876F-6D65129C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909A7-D3D6-49F3-A041-01C39BE5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AEE3B-45FE-45FC-8B06-6DA3E520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9A6AE-253F-4C62-A28E-D7BA4F8A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4C672-311F-48A2-BC8C-B805C2BE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2D53C-1116-441D-8695-3FC597B6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Verified boot and signed update implementation remain open.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A6085-33EC-4533-BE13-77B0DC76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27B55-572E-4A55-A627-0EF7D178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B2CA6-B30C-4884-A297-99BB846F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E0A5E-FEBC-4EE4-82D6-C9D5CE71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Paired contract and CPU analysis exist; bare-metal CPU measurement and sustained-throughput test remain open.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23FC6-40DC-4DA9-A582-8E057E5C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58FF9-650C-4993-AC85-A3AEF18E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D51C9-24E5-4014-A0A5-7572EB1E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EE867-4D32-4FDD-A546-3B0E529B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719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axis measured; preemption-model and physical DMA driver comparisons remain open.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DD514-B952-43EB-988D-E546B776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84923-203A-4A8B-A3EB-7DAF86CC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6DDC6-3154-4210-9215-82DA314E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871A3-1D86-4483-A8C0-4108D50D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387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A/B updater prototype passes host fault tests; U-Boot integration and target secure boot/recovery remain open.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10ADF-A29C-4835-87C8-E3DEDDEF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Status labels follow the SOW activity wording; partial evidence is not presented as criterion closure.</a:t>
            </a:r>
          </a:p>
        </p:txBody>
      </p:sp>
    </p:spTree>
    <p:extLst>
      <p:ext uri="{BB962C8B-B14F-4D97-AF65-F5344CB8AC3E}">
        <p14:creationId xmlns:p14="http://schemas.microsoft.com/office/powerpoint/2010/main" val="5401432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3A1A82-ED2B-4BE8-BACA-91EBF3EA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2C0BF-BA7A-490C-A47A-7C67AC26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7A10E-E4C2-4F53-BCD1-CA73DB18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B632F-ADC3-4712-8358-618431B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0A956-7373-4218-8D4B-22907FD1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B1B33-0E34-4F90-8B0E-6CB7600F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4324A-FEBD-4777-9C38-AA05A6A2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D0250-1013-4727-AD57-9B2C0465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D0181-6BAC-41C2-A44E-69661C8B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F204B-8CDF-4FEA-89F8-4BC0D72D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58807-2DD7-4AC4-979C-28F22B13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55043-2237-4B4B-9AD0-1ACDAB76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ADA08-657B-415C-BB7B-092D0DAE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690AE-2C08-4E3B-BEDE-7B36290E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69830-ADBA-4919-A737-86808730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FAE8A-4C05-4066-843A-5C63C3A5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EF881-3829-4CC1-8645-AE81C8AE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B74F6-AB7E-40E3-AD0E-40257B41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680EC-2810-4643-87A9-37757946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FE5AD-40A7-4DAB-9393-71D74B22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CC79F-868C-445D-BE97-C71AF1B3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DF232-64A0-408B-BA9C-77F03D39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FC11F-04D9-466A-B6AB-C9C5491A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38DDA9-213B-4CE3-B630-8F14A720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A2875-9F97-4D69-867D-DE693954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E9E56E-22B6-4C68-8011-4ABCD8FC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1387433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58833-D41F-431F-81EE-3C992C5F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D55A0-7731-4A4C-9A0A-6E33EA43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74FD3-AD61-4954-9750-3A92FC14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3D8F6-FCF5-4E57-AFB6-9D840177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CE3535B-70DB-456A-8DA1-8052C9EA48D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121d4ae9f34d7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D6821-C7FF-4A05-BA30-1DE19618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F54F9-5435-4666-BB57-225E9400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C0CBD-0BB0-4B58-9E38-20661552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707F4-4B9C-413F-B808-2E1DF3CF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18653366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5A8AB-9E26-40DA-BD21-2350A6F0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FFA35-B4DD-494D-AB8B-099A1C7D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41E22-0FD3-40A5-A97B-1A603173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65292-CCED-495D-869D-68984FA2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05576-6C3A-4BED-AB9C-354A7350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44C4A-FBEC-4214-A869-C5B6135E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ECBF5-8AE3-4B56-BAB2-FB29A44A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82758-E5C8-4015-968B-B1969633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89BA6-E66F-43EC-BA29-66EB9931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CE52B-AF2D-454F-9D60-1E592FF2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31C67-BAF5-4464-8FFB-F2D0EF66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F20A2-B347-4D41-9687-83E2229F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A2110-1736-4190-A4D8-C7930AAB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4AFA7-0037-4DBB-9D71-EA587170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9A228-D63D-4E8B-9E79-0F7E694D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D722D-EC5A-40FD-89E4-AF1EDA79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DDCE6-5B8A-433F-9E06-709460FA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19155216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23369-8685-4255-8F2E-64AB93BD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40A31-1D16-4113-AC79-DD597AD3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E7531-93A3-400E-9F71-1C12C4D3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6A6B3-7CCB-4DF2-BCAF-8190A9D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5486C-CDF2-413F-94A9-62A8FBD9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AAE5B-0686-4FAF-8059-8A1D1EA9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B4DB2-A154-4C92-97C3-C53941F0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2D1D3-6962-440C-979B-F755E6BE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43D66-A710-48F7-8B30-CF59A428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1CCED-3747-4E6E-8986-57907CEC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7E5F7-117E-4EB4-8A9E-3A247639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1359962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9E9FF-BB92-4BFF-8791-7ED13DC7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E2A4D-714D-4651-8882-6051FD83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5042A-FB7B-4296-9AAF-4D767E03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D8E3A-5E86-4EA1-8F7D-8E83210B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F000C-42D7-4263-A9C6-AB325579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94814-D6EF-49A5-9FC2-49912049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10618-FFE9-4F35-8469-990CBBA3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33170-7761-496A-A30C-EF8AE203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63730-0D13-4D90-872F-47DF782B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8BFE1-B60A-45F7-8648-01234B59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6F6AF-A774-4F9B-BB37-9857B22F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7DF17-6BE4-40C6-B4FC-14D6F1B5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F62CD-EA70-46A7-94F5-FBDE18FF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3E0DF-0743-4201-8EE1-E50244A5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89CC0-B320-40D1-B874-37E3C312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92936-CCE0-4E64-9490-551729B2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8F415-9C21-467A-8E9E-22E21856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96534-2B23-4A2C-AA90-2F171F97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18074-F056-45A3-A6B1-2222ED65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F8BC5-B844-4E8B-B80F-C26CB1CA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25B82-5A60-4130-9D55-C290AFBE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AF9E8-AE61-4210-AFCA-BB41FCD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FC1FA-AE2A-4EA7-AD73-6A1779DF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F17D1-DA05-401F-9486-55732D2D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584448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5D53E6-6953-426F-B9C7-1E29375D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68C7D-EA49-4E11-9E66-BF7D6675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48CCC-7364-427C-9E35-86D30854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6AED2-8BC8-4B81-BDC0-529F9D02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27681-BCA8-46AE-87E3-1D476693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7F039-59BA-40BD-9D78-09A9D5A1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3082E-D651-41D2-B89C-25CF68EE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FD5E9-4FB6-47D7-A9C7-0FC45D34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EF174-6C5C-4798-8ED9-A44AE467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9D33B-7BEB-4A3F-87CF-75F90976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5592B-EB87-47D8-B99B-553FD030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E7C36-F89B-4121-98C5-B3730AE8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71B55-9616-42FF-8222-8170D0F5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D7EF3-2F42-4F46-B791-C3F9AE44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53EF8-6794-4B6D-B68D-7F764EEE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CA517-39CE-4B79-B4DB-CAE5EC1D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33D1C-64E8-43BB-9F19-1F0736C9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90E55-CB6E-49E8-936A-421BCCE0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A8B49-14BE-4A60-B610-8946FB9B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294C5-3DD3-47A8-A309-7C2478D5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3C278-E085-40FB-97B5-3DC7E458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77C98-C5ED-4A3E-9BBD-04BEAA7A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33C1E-C31E-47DF-8EAF-75F28DD5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38610-411E-4155-9446-15B1E16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D39B3-14A7-40E1-9784-6CACCBD5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330182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87971-2ACF-410F-82C8-029A0502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52CA9-DF74-4B93-BA5B-03C71F60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66157-2177-4F64-A69D-5BB98DA8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6F2DC-0AFB-4124-AE1E-C699ECFB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0FB98-5270-4012-A1C1-2B24FF6D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AD3D4-2EEC-4832-BF24-87C91F76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CC8B9-8C80-40CD-9F3D-B0CFE9AF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CC627-6791-4C3F-B534-823BB062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2FAE8-2AF3-474C-8FDA-D55730D0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1A114-5579-4026-BD07-5CC73093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03D7F-5536-4F1E-9F75-5F9B5673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1B4B2-B5EF-4494-8440-4D33EA38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41A40-C421-4AF5-A8C0-DF83CA7B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A38B5-1AA0-4BE7-90F9-B166CD08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1291098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2026-10-16T00:33:57.3080000Z</dcterms:created>
  <dcterms:modified xsi:type="dcterms:W3CDTF">2026-10-16T00:33:57.3080000Z</dcterms:modified>
</coreProperties>
</file>