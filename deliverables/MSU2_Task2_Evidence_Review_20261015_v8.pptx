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72b70a8f2d430d" /><Relationship Type="http://schemas.openxmlformats.org/officeDocument/2006/relationships/extended-properties" Target="/docProps/app.xml" Id="R11b3741410384f34" /><Relationship Type="http://schemas.openxmlformats.org/officeDocument/2006/relationships/officeDocument" Target="/ppt/presentation.xml" Id="R152cd4fa8f0b45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afe31ddf1c477a"/>
  </p:sldMasterIdLst>
  <p:notesMasterIdLst>
    <p:notesMasterId xmlns:r="http://schemas.openxmlformats.org/officeDocument/2006/relationships" r:id="R5044461a0f72402d"/>
  </p:notesMasterIdLst>
  <p:sldIdLst>
    <p:sldId xmlns:r="http://schemas.openxmlformats.org/officeDocument/2006/relationships" id="256" r:id="Recce9851cc1d422e"/>
    <p:sldId xmlns:r="http://schemas.openxmlformats.org/officeDocument/2006/relationships" id="257" r:id="R16ad0e9c41a046c0"/>
    <p:sldId xmlns:r="http://schemas.openxmlformats.org/officeDocument/2006/relationships" id="258" r:id="Rb8963ae1775b4900"/>
    <p:sldId xmlns:r="http://schemas.openxmlformats.org/officeDocument/2006/relationships" id="259" r:id="R1d79617aa0b346c6"/>
    <p:sldId xmlns:r="http://schemas.openxmlformats.org/officeDocument/2006/relationships" id="260" r:id="R3239fc9dc8f84194"/>
    <p:sldId xmlns:r="http://schemas.openxmlformats.org/officeDocument/2006/relationships" id="261" r:id="R8bb16ca962814b92"/>
    <p:sldId xmlns:r="http://schemas.openxmlformats.org/officeDocument/2006/relationships" id="262" r:id="R8e0d60d9b6b24539"/>
    <p:sldId xmlns:r="http://schemas.openxmlformats.org/officeDocument/2006/relationships" id="263" r:id="Rc1fa7d40ead14c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2b75ed416e4145" /><Relationship Type="http://schemas.openxmlformats.org/officeDocument/2006/relationships/slideMaster" Target="/ppt/slideMasters/slideMaster1.xml" Id="Radafe31ddf1c477a" /><Relationship Type="http://schemas.openxmlformats.org/officeDocument/2006/relationships/notesMaster" Target="/ppt/notesMasters/notesMaster1.xml" Id="R5044461a0f72402d" /><Relationship Type="http://schemas.openxmlformats.org/officeDocument/2006/relationships/presProps" Target="/ppt/presProps.xml" Id="Rafd9cceaf7b8400e" /><Relationship Type="http://schemas.openxmlformats.org/officeDocument/2006/relationships/tableStyles" Target="/ppt/tableStyles.xml" Id="R1d962efb72ef4a5f" /><Relationship Type="http://schemas.openxmlformats.org/officeDocument/2006/relationships/slide" Target="/ppt/slides/slide1.xml" Id="Recce9851cc1d422e" /><Relationship Type="http://schemas.openxmlformats.org/officeDocument/2006/relationships/slide" Target="/ppt/slides/slide2.xml" Id="R16ad0e9c41a046c0" /><Relationship Type="http://schemas.openxmlformats.org/officeDocument/2006/relationships/slide" Target="/ppt/slides/slide3.xml" Id="Rb8963ae1775b4900" /><Relationship Type="http://schemas.openxmlformats.org/officeDocument/2006/relationships/slide" Target="/ppt/slides/slide4.xml" Id="R1d79617aa0b346c6" /><Relationship Type="http://schemas.openxmlformats.org/officeDocument/2006/relationships/slide" Target="/ppt/slides/slide5.xml" Id="R3239fc9dc8f84194" /><Relationship Type="http://schemas.openxmlformats.org/officeDocument/2006/relationships/slide" Target="/ppt/slides/slide6.xml" Id="R8bb16ca962814b92" /><Relationship Type="http://schemas.openxmlformats.org/officeDocument/2006/relationships/slide" Target="/ppt/slides/slide7.xml" Id="R8e0d60d9b6b24539" /><Relationship Type="http://schemas.openxmlformats.org/officeDocument/2006/relationships/slide" Target="/ppt/slides/slide8.xml" Id="Rc1fa7d40ead14c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645171ff4040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9c1c7db93c4ebc" /><Relationship Type="http://schemas.openxmlformats.org/officeDocument/2006/relationships/notesMaster" Target="/ppt/notesMasters/notesMaster1.xml" Id="R97edb241f3cf49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e60812ff74403c" /><Relationship Type="http://schemas.openxmlformats.org/officeDocument/2006/relationships/notesMaster" Target="/ppt/notesMasters/notesMaster1.xml" Id="Raf0d0a5fb29b43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5651ce4ef14b17" /><Relationship Type="http://schemas.openxmlformats.org/officeDocument/2006/relationships/notesMaster" Target="/ppt/notesMasters/notesMaster1.xml" Id="R573cf26333914c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dd7fc994584743" /><Relationship Type="http://schemas.openxmlformats.org/officeDocument/2006/relationships/notesMaster" Target="/ppt/notesMasters/notesMaster1.xml" Id="Refaff3386cbd42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4abbf2936e473f" /><Relationship Type="http://schemas.openxmlformats.org/officeDocument/2006/relationships/notesMaster" Target="/ppt/notesMasters/notesMaster1.xml" Id="Rd02f126fda7d47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25b2b2eb934fe7" /><Relationship Type="http://schemas.openxmlformats.org/officeDocument/2006/relationships/notesMaster" Target="/ppt/notesMasters/notesMaster1.xml" Id="R9cdecd795c9642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c8e4ff18724e2a" /><Relationship Type="http://schemas.openxmlformats.org/officeDocument/2006/relationships/notesMaster" Target="/ppt/notesMasters/notesMaster1.xml" Id="Rd881254d77db46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7a4cb608c244ad" /><Relationship Type="http://schemas.openxmlformats.org/officeDocument/2006/relationships/notesMaster" Target="/ppt/notesMasters/notesMaster1.xml" Id="Rc13bc41f2f1343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SOW source: /home/opentitan/Downloads/MSU-2_SOW_Final (1).docx, revision 2026-02-23.</a:t>
            </a:r>
          </a:p>
          <a:p xmlns:a="http://schemas.openxmlformats.org/drawingml/2006/main">
            <a:r>
              <a:t>2d/2e audit basis: results/SOW_2E_HARDENED_BOARD_VALIDATION_20260922.md and results/linux_axi_spi_bringup_20261013/SOW_2A_FINAL_COMPARISON_20261014.md.</a:t>
            </a:r>
          </a:p>
          <a:p xmlns:a="http://schemas.openxmlformats.org/drawingml/2006/main">
            <a:r>
              <a:t>2f source: results/SOW_2F_FREQSWEEP_20260908.md. 2g sources: results/SOW_2G_RECOVERY_20260909.md and results/SOW_2G_FWENV_20260908.md.</a:t>
            </a:r>
          </a:p>
          <a:p xmlns:a="http://schemas.openxmlformats.org/drawingml/2006/main">
            <a:r>
              <a:t>Historical file labels do not exactly mirror the SOW’s unlettered activity list. This slide maps 2d–2g by the SOW’s wording and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848216acfd4a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a865bbfa948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f06ba14fae4d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b699c44704d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d948f08bac4a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896154e1e64a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31716F-1179-46EA-859B-526597478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011B2A-DE6D-429A-ACBB-3BFDD4DE35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D69929-EE5D-4500-8AE5-A54BEE6D4B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6E2F60-9019-4D57-B79E-4EFF389ED4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717509-B2C5-48A1-9CA7-397C424890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A90B1-681A-407F-AEA4-2B9698E1F9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04A494-B52C-49D9-B19D-36041698C1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569CEF-6CF4-4E5B-B16C-3EFE60DA6A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A1B295-A9B0-4247-8047-FC11BAD7C2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4BC940-3DCE-4F79-B455-9E54465AE6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920b365f9a4eb4" /><Relationship Type="http://schemas.openxmlformats.org/officeDocument/2006/relationships/slideLayout" Target="/ppt/slideLayouts/slideLayout1.xml" Id="Ra48b1b78a66545ad" /><Relationship Type="http://schemas.openxmlformats.org/officeDocument/2006/relationships/slideLayout" Target="/ppt/slideLayouts/slideLayout2.xml" Id="R3a41daf5a85b483e" /><Relationship Type="http://schemas.openxmlformats.org/officeDocument/2006/relationships/slideLayout" Target="/ppt/slideLayouts/slideLayout3.xml" Id="Rf5763445a9104809" /><Relationship Type="http://schemas.openxmlformats.org/officeDocument/2006/relationships/slideLayout" Target="/ppt/slideLayouts/slideLayout4.xml" Id="Rf156795cf8044d60" /><Relationship Type="http://schemas.openxmlformats.org/officeDocument/2006/relationships/slideLayout" Target="/ppt/slideLayouts/slideLayout5.xml" Id="R64d195c78d984aee" /><Relationship Type="http://schemas.openxmlformats.org/officeDocument/2006/relationships/slideLayout" Target="/ppt/slideLayouts/slideLayout6.xml" Id="R9a24b296a5624f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8b1b78a66545ad"/>
    <p:sldLayoutId xmlns:r="http://schemas.openxmlformats.org/officeDocument/2006/relationships" id="2147483650" r:id="R3a41daf5a85b483e"/>
    <p:sldLayoutId xmlns:r="http://schemas.openxmlformats.org/officeDocument/2006/relationships" id="2147483651" r:id="Rf5763445a9104809"/>
    <p:sldLayoutId xmlns:r="http://schemas.openxmlformats.org/officeDocument/2006/relationships" id="2147483652" r:id="Rf156795cf8044d60"/>
    <p:sldLayoutId xmlns:r="http://schemas.openxmlformats.org/officeDocument/2006/relationships" id="2147483653" r:id="R64d195c78d984aee"/>
    <p:sldLayoutId xmlns:r="http://schemas.openxmlformats.org/officeDocument/2006/relationships" id="2147483654" r:id="R9a24b296a5624f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86266cf4e84040" /><Relationship Type="http://schemas.openxmlformats.org/officeDocument/2006/relationships/notesSlide" Target="/ppt/notesSlides/notesSlide1.xml" Id="R945de1a4fa2c40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04db4369a54ec6" /><Relationship Type="http://schemas.openxmlformats.org/officeDocument/2006/relationships/chart" Target="/ppt/slides/charts/chart1.xml" Id="Rfe869cdef4da41fb" /><Relationship Type="http://schemas.openxmlformats.org/officeDocument/2006/relationships/notesSlide" Target="/ppt/notesSlides/notesSlide2.xml" Id="Re7715fab210344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de9a954314a65" /><Relationship Type="http://schemas.openxmlformats.org/officeDocument/2006/relationships/chart" Target="/ppt/slides/charts/chart2.xml" Id="R93057c80038440aa" /><Relationship Type="http://schemas.openxmlformats.org/officeDocument/2006/relationships/notesSlide" Target="/ppt/notesSlides/notesSlide3.xml" Id="Rf02e07c1726a45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8e371943144181" /><Relationship Type="http://schemas.openxmlformats.org/officeDocument/2006/relationships/chart" Target="/ppt/slides/charts/chart3.xml" Id="Rd5153d6b209b4b5f" /><Relationship Type="http://schemas.openxmlformats.org/officeDocument/2006/relationships/notesSlide" Target="/ppt/notesSlides/notesSlide4.xml" Id="Rf979312068a242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0dbcafdcaa4dac" /><Relationship Type="http://schemas.openxmlformats.org/officeDocument/2006/relationships/notesSlide" Target="/ppt/notesSlides/notesSlide5.xml" Id="R4960581c3c3d4d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d654f16354fe8" /><Relationship Type="http://schemas.openxmlformats.org/officeDocument/2006/relationships/notesSlide" Target="/ppt/notesSlides/notesSlide6.xml" Id="Rf7fcff72118e4b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835608a40a45fe" /><Relationship Type="http://schemas.openxmlformats.org/officeDocument/2006/relationships/chart" Target="/ppt/slides/charts/chart4.xml" Id="R44d67d3ed01f4352" /><Relationship Type="http://schemas.openxmlformats.org/officeDocument/2006/relationships/notesSlide" Target="/ppt/notesSlides/notesSlide7.xml" Id="R5d28b8f0bfd24b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f2917d451d4ed3" /><Relationship Type="http://schemas.openxmlformats.org/officeDocument/2006/relationships/notesSlide" Target="/ppt/notesSlides/notesSlide8.xml" Id="R517c79aad37b419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406BB-DE80-42E8-B778-D029419F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48036-FF6F-4727-81BC-C5CC0020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5D4AC-1844-4E21-B3F0-4D187B57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A14C6-790D-4819-AF32-D1C3CDCB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38BE2-1676-4471-9C69-F640F3E6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14 October 2026</a:t>
            </a:r>
          </a:p>
        </p:txBody>
      </p:sp>
    </p:spTree>
    <p:extLst>
      <p:ext uri="{BB962C8B-B14F-4D97-AF65-F5344CB8AC3E}">
        <p14:creationId xmlns:p14="http://schemas.microsoft.com/office/powerpoint/2010/main" val="2019403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533F9-59E4-42A7-B4C2-3CC70646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DA854-A1A2-4B18-95A1-6448C394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D2E62-C608-4135-A146-B0DC2652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948EE-54FE-42A3-AF38-45F140D1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3FCB549-7F19-4668-969D-458BEF9985EE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869cdef4da41f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9AD83-2B3E-4E35-AB5B-5C7ADD28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87C11-A84C-43E0-A519-D7CD0039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1173D-E83F-443B-BB39-FE0AEF19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1FF4B-B15C-4CF8-9D31-A7690F9A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0C5E0-AB89-43F9-BB9E-3CA65CF4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8168832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3A3C7-C371-4907-8BB7-04BF00BE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438E9-BBCE-49E4-8F34-728E2294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0963F-AEC3-4001-BC0A-BF969441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3959F-2537-494A-9CB8-F51D6753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65589DC-4F6B-4F03-A837-9B94A1CDE846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057c80038440a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D3BF0-8E70-4CFA-A804-53A735D4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65001-D9C6-40C9-9397-D3131271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11641-0658-4111-9C5E-967DE55B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960C6-CF69-4072-BA8B-1803AADF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23404-41FD-4A2B-B104-4175CACD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20567706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84088-774E-4B7A-A676-B6598D73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66289-4E5A-4B80-8C8B-89060392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AF02B-4BFC-4B66-9712-7DBA2665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A0287-70B5-4FEA-9D3E-12CEFF53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4911214-DD2C-41D9-A5CC-0518E4AA100A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153d6b209b4b5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89B33-5E98-4FA1-BDC9-F88B1B2F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82D19-CF02-4DB7-9302-6262E5E5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C4265-35EE-4F44-803A-F90ECF8A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140C4-D1F2-4F14-9CA3-12DBF15C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1986015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E13A7D-F1D0-404A-BCF3-6D1D2BEC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14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11709-847D-4645-9449-74A3DA21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Remaining Task 2 work and evidence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48A63-F5CF-4B1C-A4CA-7982206B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8DBEB-B5E4-454F-9D0F-DAE85660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CBF2C-D0F4-440A-838C-69E9A8B7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08E16-0BFB-4F39-BF8A-CEDC3CC4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8089E-97AB-4E52-BED2-37860F80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424BB-04F3-4503-A80A-2698E255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383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Verified boot and signed update implementation remain open.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0236B-0084-4F4C-B85B-9F89E65A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6E172-B51C-4118-A868-5F2E3E39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C6CFA-40F5-4761-9B31-56509815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A27AF-F1B1-44D2-978B-C4BD03B1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Paired contract and CPU analysis exist; bare-metal CPU measurement and sustained-throughput test remain open.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644D9-4219-4A48-BD45-B796BE7A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FF74D-DA1D-46E8-A6B0-4A50571A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FD6E1E-0ED8-4F6E-A539-C5446149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2D113-462C-4368-993B-7C2770F1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719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axis measured; preemption-model and physical DMA driver comparisons remain open.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09148-BF54-4251-A622-93BD4809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92BF6-3F5A-46AA-91A0-9C874EA4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5CA80-016B-48E4-94D0-C9FE4CB4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A1F77-C984-4B46-B38C-205C8516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387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A/B updater prototype passes host fault tests; U-Boot integration and target secure boot/recovery remain open.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66212-3DA0-4703-A774-F878F420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Status labels follow the SOW activity wording; partial evidence is not presented as criterion closure.</a:t>
            </a:r>
          </a:p>
        </p:txBody>
      </p:sp>
    </p:spTree>
    <p:extLst>
      <p:ext uri="{BB962C8B-B14F-4D97-AF65-F5344CB8AC3E}">
        <p14:creationId xmlns:p14="http://schemas.microsoft.com/office/powerpoint/2010/main" val="7353687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B19CF3-5FFE-4940-B019-E161546B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8A5BD-45CA-4D08-9911-EA957A8D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CE689-E617-42EC-91D4-5A2732F5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DFD2D-6B78-478D-B90D-D91ED97E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769C7-51FD-4294-9DBC-6A800BE7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20EA2-B1CE-4C1E-84EA-FF04E37F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37F227-8C35-47E5-9A44-DC445C57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A5AC1-55B6-4A84-99B8-D84620B9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0A3F2-D357-4B9C-89F9-D21A99FE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C7611-E15A-4FDD-B5F0-6952F2EE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E760E-5447-4A86-B498-61479C23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715E5-E3A2-4432-AEEF-B78301A9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C3C95-ABED-4A23-84FD-170B9D72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BBB8C-3FED-4DF2-A4B4-72E00F1A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82B56-2C9A-4B7C-96BB-63338DD5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08036-455D-4875-8C5A-9A52FCFE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6118E-F0E7-402F-8018-10839FCA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52EF5-F3D4-454F-A709-5CEE139C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84779-7E0F-4FFF-A409-B7ACE3C3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49834-C112-4BD0-BA23-1237AB66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3FF67-EBAF-4E22-A5D6-282F814C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C3EBF-B580-469B-B683-1B7F7453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A32E4E-410B-4C3A-B172-FEC775F3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F20DC7-C9E0-4B4F-AE67-F477B38A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53A94C-E88C-43AF-9F23-B8D7A0CC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9106539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47D13-CB80-4F57-A2DC-2C470BC6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1C87C-97C8-4CD9-B105-F05D58C3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48503-3187-4DE1-A37E-DBE48E03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74F05-71E2-4133-9A0D-6FAB8F4A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57D7C4B-841A-422F-830E-80BCE06368DB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d67d3ed01f435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E0FDD-7144-4ED9-9328-463DE026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173B5-BFF9-488A-8012-8EDB80EA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99DF8-F7E2-451D-B1D4-DC955187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068BE-B4DE-47CE-AA3C-D524E467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Scope: benchmark thread over the 1,000-transfer loop. Bare-metal CPU use was not instrumented, and this fixed ladder does not establish maximum sustainable throughput.</a:t>
            </a:r>
          </a:p>
        </p:txBody>
      </p:sp>
    </p:spTree>
    <p:extLst>
      <p:ext uri="{BB962C8B-B14F-4D97-AF65-F5344CB8AC3E}">
        <p14:creationId xmlns:p14="http://schemas.microsoft.com/office/powerpoint/2010/main" val="16894599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31F55-35A2-4124-9797-1A2D2923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6630B-E502-49E9-AD81-8B14239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8DC97-23EE-40F9-A85B-9B3E87ED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4B4BC-3EB6-49C7-9AB6-15748AD8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14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4B36A-02A9-45AE-82A1-EB5B828F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4F0A7-5071-49A2-9351-8EAEEBAF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BDE3E-4D85-4AE8-9E0E-6BAF1C8C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13B3A-E69F-4364-9244-C2105315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86CDA-6500-447D-8D4B-DC89DF0F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E4E1B-C640-4EC6-BD01-49F522D8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F2FAA-A9FE-4830-B6BC-B0E5E37E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D3421-ABCC-473A-B2E2-F060D529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7CDA6-D323-495E-B714-7E625DF7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0ED26-9050-466A-A5F5-194B51C7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7168D-0B06-4E39-834C-E7CC0866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592DE-DE6D-4F11-B851-0489E8B1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ABA34-6910-4899-A066-2BEADFFA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605443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2026-10-15T15:54:50.6690000Z</dcterms:created>
  <dcterms:modified xsi:type="dcterms:W3CDTF">2026-10-15T15:54:50.6690000Z</dcterms:modified>
</coreProperties>
</file>