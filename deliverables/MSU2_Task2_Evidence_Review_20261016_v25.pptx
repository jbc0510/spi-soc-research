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0c45a17e64e11" /><Relationship Type="http://schemas.openxmlformats.org/officeDocument/2006/relationships/extended-properties" Target="/docProps/app.xml" Id="R60d97936eb7c4dc4" /><Relationship Type="http://schemas.openxmlformats.org/officeDocument/2006/relationships/officeDocument" Target="/ppt/presentation.xml" Id="R0c069250f7704b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0eca072a11465f"/>
  </p:sldMasterIdLst>
  <p:notesMasterIdLst>
    <p:notesMasterId xmlns:r="http://schemas.openxmlformats.org/officeDocument/2006/relationships" r:id="Ra244384da5304906"/>
  </p:notesMasterIdLst>
  <p:sldIdLst>
    <p:sldId xmlns:r="http://schemas.openxmlformats.org/officeDocument/2006/relationships" id="256" r:id="Re2115bcd33d947a0"/>
    <p:sldId xmlns:r="http://schemas.openxmlformats.org/officeDocument/2006/relationships" id="257" r:id="R4cb49182a9464f43"/>
    <p:sldId xmlns:r="http://schemas.openxmlformats.org/officeDocument/2006/relationships" id="258" r:id="R3a0eb091d3a047f6"/>
    <p:sldId xmlns:r="http://schemas.openxmlformats.org/officeDocument/2006/relationships" id="259" r:id="Ref89cecbbe934439"/>
    <p:sldId xmlns:r="http://schemas.openxmlformats.org/officeDocument/2006/relationships" id="260" r:id="R1ad13e8d5e294c9b"/>
    <p:sldId xmlns:r="http://schemas.openxmlformats.org/officeDocument/2006/relationships" id="261" r:id="R5155619d1a304c4a"/>
    <p:sldId xmlns:r="http://schemas.openxmlformats.org/officeDocument/2006/relationships" id="262" r:id="R65efbdc0c0d04875"/>
    <p:sldId xmlns:r="http://schemas.openxmlformats.org/officeDocument/2006/relationships" id="263" r:id="R9c7ab991bcba46c0"/>
    <p:sldId xmlns:r="http://schemas.openxmlformats.org/officeDocument/2006/relationships" id="264" r:id="Re4a805f10e9f47c0"/>
    <p:sldId xmlns:r="http://schemas.openxmlformats.org/officeDocument/2006/relationships" id="265" r:id="Rf7502f76a57e4c97"/>
    <p:sldId xmlns:r="http://schemas.openxmlformats.org/officeDocument/2006/relationships" id="266" r:id="R8e57e5bdf9e04c8f"/>
    <p:sldId xmlns:r="http://schemas.openxmlformats.org/officeDocument/2006/relationships" id="267" r:id="Rc45f6c5d50bf40ae"/>
    <p:sldId xmlns:r="http://schemas.openxmlformats.org/officeDocument/2006/relationships" id="268" r:id="Ra1aedfe1d99842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75fb240ecc4b0e" /><Relationship Type="http://schemas.openxmlformats.org/officeDocument/2006/relationships/slideMaster" Target="/ppt/slideMasters/slideMaster1.xml" Id="R050eca072a11465f" /><Relationship Type="http://schemas.openxmlformats.org/officeDocument/2006/relationships/notesMaster" Target="/ppt/notesMasters/notesMaster1.xml" Id="Ra244384da5304906" /><Relationship Type="http://schemas.openxmlformats.org/officeDocument/2006/relationships/presProps" Target="/ppt/presProps.xml" Id="Rb3a9211211e64756" /><Relationship Type="http://schemas.openxmlformats.org/officeDocument/2006/relationships/tableStyles" Target="/ppt/tableStyles.xml" Id="R52dfa249482c4aeb" /><Relationship Type="http://schemas.openxmlformats.org/officeDocument/2006/relationships/slide" Target="/ppt/slides/slide1.xml" Id="Re2115bcd33d947a0" /><Relationship Type="http://schemas.openxmlformats.org/officeDocument/2006/relationships/slide" Target="/ppt/slides/slide2.xml" Id="R4cb49182a9464f43" /><Relationship Type="http://schemas.openxmlformats.org/officeDocument/2006/relationships/slide" Target="/ppt/slides/slide3.xml" Id="R3a0eb091d3a047f6" /><Relationship Type="http://schemas.openxmlformats.org/officeDocument/2006/relationships/slide" Target="/ppt/slides/slide4.xml" Id="Ref89cecbbe934439" /><Relationship Type="http://schemas.openxmlformats.org/officeDocument/2006/relationships/slide" Target="/ppt/slides/slide5.xml" Id="R1ad13e8d5e294c9b" /><Relationship Type="http://schemas.openxmlformats.org/officeDocument/2006/relationships/slide" Target="/ppt/slides/slide6.xml" Id="R5155619d1a304c4a" /><Relationship Type="http://schemas.openxmlformats.org/officeDocument/2006/relationships/slide" Target="/ppt/slides/slide7.xml" Id="R65efbdc0c0d04875" /><Relationship Type="http://schemas.openxmlformats.org/officeDocument/2006/relationships/slide" Target="/ppt/slides/slide8.xml" Id="R9c7ab991bcba46c0" /><Relationship Type="http://schemas.openxmlformats.org/officeDocument/2006/relationships/slide" Target="/ppt/slides/slide9.xml" Id="Re4a805f10e9f47c0" /><Relationship Type="http://schemas.openxmlformats.org/officeDocument/2006/relationships/slide" Target="/ppt/slides/slide10.xml" Id="Rf7502f76a57e4c97" /><Relationship Type="http://schemas.openxmlformats.org/officeDocument/2006/relationships/slide" Target="/ppt/slides/slide11.xml" Id="R8e57e5bdf9e04c8f" /><Relationship Type="http://schemas.openxmlformats.org/officeDocument/2006/relationships/slide" Target="/ppt/slides/slide12.xml" Id="Rc45f6c5d50bf40ae" /><Relationship Type="http://schemas.openxmlformats.org/officeDocument/2006/relationships/slide" Target="/ppt/slides/slide13.xml" Id="Ra1aedfe1d998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09e72dcf7a46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237377350f4242" /><Relationship Type="http://schemas.openxmlformats.org/officeDocument/2006/relationships/notesMaster" Target="/ppt/notesMasters/notesMaster1.xml" Id="R9ad11c2d0f214d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6661cd57f948d4" /><Relationship Type="http://schemas.openxmlformats.org/officeDocument/2006/relationships/notesMaster" Target="/ppt/notesMasters/notesMaster1.xml" Id="Rcea91fb3590c47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2f2e04d504433c" /><Relationship Type="http://schemas.openxmlformats.org/officeDocument/2006/relationships/notesMaster" Target="/ppt/notesMasters/notesMaster1.xml" Id="R504ee09daad64d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acec6d15114430" /><Relationship Type="http://schemas.openxmlformats.org/officeDocument/2006/relationships/notesMaster" Target="/ppt/notesMasters/notesMaster1.xml" Id="R59b9af1dfe0f48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b0176e7305416d" /><Relationship Type="http://schemas.openxmlformats.org/officeDocument/2006/relationships/notesMaster" Target="/ppt/notesMasters/notesMaster1.xml" Id="R0d420b2817154e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35aa1c13ce4663" /><Relationship Type="http://schemas.openxmlformats.org/officeDocument/2006/relationships/notesMaster" Target="/ppt/notesMasters/notesMaster1.xml" Id="R6d9450916cb648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eed4d9f55f45ce" /><Relationship Type="http://schemas.openxmlformats.org/officeDocument/2006/relationships/notesMaster" Target="/ppt/notesMasters/notesMaster1.xml" Id="R7e3e5dbc313441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19bc2856e84735" /><Relationship Type="http://schemas.openxmlformats.org/officeDocument/2006/relationships/notesMaster" Target="/ppt/notesMasters/notesMaster1.xml" Id="R46fcdaf1185342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978cd779474341" /><Relationship Type="http://schemas.openxmlformats.org/officeDocument/2006/relationships/notesMaster" Target="/ppt/notesMasters/notesMaster1.xml" Id="Rb261dc9ba0fd4b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0fc264956f4f3f" /><Relationship Type="http://schemas.openxmlformats.org/officeDocument/2006/relationships/notesMaster" Target="/ppt/notesMasters/notesMaster1.xml" Id="R4c3cba192a4748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304b9e955d487b" /><Relationship Type="http://schemas.openxmlformats.org/officeDocument/2006/relationships/notesMaster" Target="/ppt/notesMasters/notesMaster1.xml" Id="R0b4eb8cd29b947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15c9f4ee02496e" /><Relationship Type="http://schemas.openxmlformats.org/officeDocument/2006/relationships/notesMaster" Target="/ppt/notesMasters/notesMaster1.xml" Id="R650d3a9eb98641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aeb96137044145" /><Relationship Type="http://schemas.openxmlformats.org/officeDocument/2006/relationships/notesMaster" Target="/ppt/notesMasters/notesMaster1.xml" Id="R9d1600326d2844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 operating-point evidence limit causal attribution. Task 2b has simulation but no valid physical DMA sweep. Task 2c supports best-effort suitability only. Task 2d is design-only. Task 2e has Linux 33/33 sustained points and a fixed-trial Linux/bare-metal comparison; the paired sustained bare-metal runner remains open.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The bare-metal CPU frequency was not recorded.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Linux sustained data remain 3 × 60-second runs per size. The paired sustained bare-metal runner has not yet been executed, so Task 2e remains partial.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fd32cd1fe41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1337096744e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c6e31d2d943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d89db19bc48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9792c64a14b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bcbb06b5f40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0B2B2B-E36D-4027-83F0-9FE66C0D7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BFB29F-4944-4116-B43A-319C99C927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7D305D-0FB9-42C1-AE67-4E5214B6D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C6F54-F1C4-4F17-B361-E930C2933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7E05B9-C2C2-4277-8BD2-D41F0FFFEC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D53AEA-C563-4316-B0DF-F10DBE2A8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EBA3ED-4C3A-45F6-A949-3182AF76C5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E0ECE6-4C89-4C86-BB0C-9CF453D3FB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BCF7DA-8A79-4541-A5DD-0F26DB381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51C048-E3EB-4D68-8C41-530AF828CE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45c03c71704539" /><Relationship Type="http://schemas.openxmlformats.org/officeDocument/2006/relationships/slideLayout" Target="/ppt/slideLayouts/slideLayout1.xml" Id="R6cf0eba44aea40ef" /><Relationship Type="http://schemas.openxmlformats.org/officeDocument/2006/relationships/slideLayout" Target="/ppt/slideLayouts/slideLayout2.xml" Id="R2a167e887eb04338" /><Relationship Type="http://schemas.openxmlformats.org/officeDocument/2006/relationships/slideLayout" Target="/ppt/slideLayouts/slideLayout3.xml" Id="R10b5ee8b90f84ce1" /><Relationship Type="http://schemas.openxmlformats.org/officeDocument/2006/relationships/slideLayout" Target="/ppt/slideLayouts/slideLayout4.xml" Id="R8484e57a45784446" /><Relationship Type="http://schemas.openxmlformats.org/officeDocument/2006/relationships/slideLayout" Target="/ppt/slideLayouts/slideLayout5.xml" Id="Re4a61b2224944787" /><Relationship Type="http://schemas.openxmlformats.org/officeDocument/2006/relationships/slideLayout" Target="/ppt/slideLayouts/slideLayout6.xml" Id="R9dbe7914652049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0eba44aea40ef"/>
    <p:sldLayoutId xmlns:r="http://schemas.openxmlformats.org/officeDocument/2006/relationships" id="2147483650" r:id="R2a167e887eb04338"/>
    <p:sldLayoutId xmlns:r="http://schemas.openxmlformats.org/officeDocument/2006/relationships" id="2147483651" r:id="R10b5ee8b90f84ce1"/>
    <p:sldLayoutId xmlns:r="http://schemas.openxmlformats.org/officeDocument/2006/relationships" id="2147483652" r:id="R8484e57a45784446"/>
    <p:sldLayoutId xmlns:r="http://schemas.openxmlformats.org/officeDocument/2006/relationships" id="2147483653" r:id="Re4a61b2224944787"/>
    <p:sldLayoutId xmlns:r="http://schemas.openxmlformats.org/officeDocument/2006/relationships" id="2147483654" r:id="R9dbe7914652049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c34e6250249a0" /><Relationship Type="http://schemas.openxmlformats.org/officeDocument/2006/relationships/notesSlide" Target="/ppt/notesSlides/notesSlide1.xml" Id="Rc1a74df641824f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dcd6aa6e54b94" /><Relationship Type="http://schemas.openxmlformats.org/officeDocument/2006/relationships/chart" Target="/ppt/slides/charts/chart1.xml" Id="R67b637f65d834d77" /><Relationship Type="http://schemas.openxmlformats.org/officeDocument/2006/relationships/notesSlide" Target="/ppt/notesSlides/notesSlide2.xml" Id="R408b94b9b28647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9f4e9763c471c" /><Relationship Type="http://schemas.openxmlformats.org/officeDocument/2006/relationships/chart" Target="/ppt/slides/charts/chart2.xml" Id="Rd61629ca99f1496c" /><Relationship Type="http://schemas.openxmlformats.org/officeDocument/2006/relationships/notesSlide" Target="/ppt/notesSlides/notesSlide3.xml" Id="R6cae18a39a9640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cfb45a20d4802" /><Relationship Type="http://schemas.openxmlformats.org/officeDocument/2006/relationships/chart" Target="/ppt/slides/charts/chart3.xml" Id="R65d74d69638e4503" /><Relationship Type="http://schemas.openxmlformats.org/officeDocument/2006/relationships/notesSlide" Target="/ppt/notesSlides/notesSlide4.xml" Id="R90a4b6c5af18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b1dcd06f548d4" /><Relationship Type="http://schemas.openxmlformats.org/officeDocument/2006/relationships/notesSlide" Target="/ppt/notesSlides/notesSlide5.xml" Id="R02c803fd57144f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e13d8f70d4ae7" /><Relationship Type="http://schemas.openxmlformats.org/officeDocument/2006/relationships/notesSlide" Target="/ppt/notesSlides/notesSlide6.xml" Id="R85cb6f46b92e46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3cb8e4e3f84595" /><Relationship Type="http://schemas.openxmlformats.org/officeDocument/2006/relationships/chart" Target="/ppt/slides/charts/chart4.xml" Id="R94fba5e9e9cf4cac" /><Relationship Type="http://schemas.openxmlformats.org/officeDocument/2006/relationships/notesSlide" Target="/ppt/notesSlides/notesSlide7.xml" Id="Re731db703ce34c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20a5832524d57" /><Relationship Type="http://schemas.openxmlformats.org/officeDocument/2006/relationships/notesSlide" Target="/ppt/notesSlides/notesSlide8.xml" Id="R9f5869ea6bd343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8a577363b40af" /><Relationship Type="http://schemas.openxmlformats.org/officeDocument/2006/relationships/notesSlide" Target="/ppt/notesSlides/notesSlide9.xml" Id="R2210162d1bc740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69adde78647df" /><Relationship Type="http://schemas.openxmlformats.org/officeDocument/2006/relationships/notesSlide" Target="/ppt/notesSlides/notesSlide10.xml" Id="Re86a7e177cb243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59d454e0a4f42" /><Relationship Type="http://schemas.openxmlformats.org/officeDocument/2006/relationships/notesSlide" Target="/ppt/notesSlides/notesSlide11.xml" Id="R931e99d8d8464d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8679ce0444fe8" /><Relationship Type="http://schemas.openxmlformats.org/officeDocument/2006/relationships/notesSlide" Target="/ppt/notesSlides/notesSlide12.xml" Id="Rbb83baeb60a84a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02d0e5da54972" /><Relationship Type="http://schemas.openxmlformats.org/officeDocument/2006/relationships/chart" Target="/ppt/slides/charts/chart5.xml" Id="Rc77a8d5ea1bd4660" /><Relationship Type="http://schemas.openxmlformats.org/officeDocument/2006/relationships/notesSlide" Target="/ppt/notesSlides/notesSlide13.xml" Id="Rad975a62e9f4474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9BB14-3ED3-41F8-9586-995A6801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2F87D-AF54-4E1F-8B86-ECBAE326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50B59-6B0D-4C84-9EF4-AA0F4E81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50704-673A-4A4E-B652-4FC0FEB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8DA70-A329-4F4E-A182-9AC57146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1322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6BCF1-8427-46D3-B70C-030525EF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1D1BC-D599-48BD-9044-93BE5849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8E89B-B034-4132-8FC4-FDC1AF4B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514C8-630F-4339-B787-00629E5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423D054-A387-4DC9-8CCD-E3130A89EC50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b637f65d834d7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115F7-205E-4E2B-B6FB-337E0157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28B13-63A8-40B9-9BDA-65786C9E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5879B-7A26-4DDE-BC2A-DFA44BCC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E124A-581C-4980-85C7-AA164C97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CC524-C253-43A5-BDDC-71930DA3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815828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C0334-E264-4513-B422-9777C436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8B9CD-ED99-4753-9FE4-165D9259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FF1D7-B6C5-4F5E-A73C-A900CFCD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E4227-CEDD-494F-841B-811EBF27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768FC9D-83D1-4D55-9CAD-AB222AD7A9D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1629ca99f1496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8878D-D992-484C-A1C4-261E97EA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F0CCE-E46D-491D-8F89-CBC6B64B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89537-F19E-4558-9DEE-D0467F59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A623E-CEFB-4D92-9CA9-D2FD302A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C7020-35C4-42BE-AF03-F496D9BA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865541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9CAD0-BB9A-4015-AD9B-7E5113D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559AF-17FD-41C5-A83E-E89869F9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80FAB-A6CA-48A4-858F-6733AC30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F8A38-AC3E-4003-8AA3-00FE24AE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4B343BB-C44B-4BE8-B33B-C5F4BA1DC361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d74d69638e450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5C719-AD9E-4662-86C3-B160F812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C7C61-0460-47F1-B67B-11476B99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A9DBB-8F89-4E73-9875-BBB1A01B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207FB-C74C-407D-A788-9DC3BA58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5740303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E948A2-F518-4344-8810-BD4D961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16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2256B-63F4-405E-A335-22BAFA1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0DCAD-156C-4814-8568-AD40300F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09588-8365-4F20-B590-BB7EEF4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2C715-0812-45E6-8AEF-DB7430DE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74D0A-5974-457F-8AD0-E0D1D73F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C7175-C109-4D82-BB5C-1D00903C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4C8AA-2B51-4C81-98D4-54CB2B40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DB16A-C4A4-4EB1-B8E7-AA5FCD09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0BBE1-81B9-4938-8542-D3AB40FE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CAF20-58D8-4E05-85C9-37A02ED3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C9040-6109-4FE1-A351-4A2CDF96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A3B77-D2C8-42E7-801C-6F96887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7780C-FF2F-462D-AE8D-E562A396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0778A-C18C-4F89-A935-653B670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BE203-AE1F-4415-9921-3B0F7032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1C645-0516-4BAC-BB18-A9C7D0FB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932F0-70C1-4B51-9639-C217B761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05E86-6AAF-4DBF-AE36-F23E947D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5BC4E-352E-419F-8E7A-8C1D54DB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80A5E-1188-4515-B6DA-9686F9E7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3ABCA-8C01-46EF-9C04-7430AB17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9136EE-FE81-43E6-86A0-DBF26506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4122E-955F-48AB-B669-3867349A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Fixed-trial Linux/BM comparison passes; Linux has 33 sustained points. Paired sustained BM runner remains.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B59A4-2D0D-4C4F-8EA9-17479DE9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781A87-CB90-4754-A888-23B8FCB1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26DA3-59CB-43BE-BF72-7BD12ED1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DBAA7-F35D-4E24-B223-39BE8075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AFA6C-2BDB-4B71-8923-9CBE73C3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8D363-7709-4591-9A21-F446D50D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9992C-9ABB-46A6-B9C0-C27C437C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7AD6D4-8975-4D19-93EA-A4C27D66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61183-A6A4-4C37-83C3-ED8384D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337902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41D32-F301-4DDD-8A36-3B1D1521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70727-39E5-4330-9C21-EBBE395A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684B9-65A2-4399-837C-47B3A1D0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0135-F6F3-4312-90D0-6A670701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11CEC-2074-40B0-8CD8-155B4F0D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26C43-1072-46C2-9603-78ED7FAA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CCC80-635F-4A44-9F90-D428EB76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343B1-1148-43DF-B610-5A71156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A98C6-358A-451D-BE1A-C8206C9D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5DD5C-401D-40A1-B1D7-6F69C8C1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5DA8C-EC7C-4C9A-95C2-E34B2BD0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128BD-6123-4158-89E3-5B4A10A6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FAFD4-8CD0-46A8-A553-8E689F75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4BB2F-01EF-4E1B-8466-91A47BD6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DDCBA-F2A5-4652-B7C4-591981C0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51CB5-AE9A-48E3-A612-B51DBB31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4B1EC-6E4D-4968-B3DA-45326834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923D7-33D5-4DF3-984E-F6E52C28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2FACA-4C65-44D3-A3D8-17704D12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ABEE3-D312-45A1-B0A5-B21FA44C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9F79C-1068-4A3C-B222-59BC5A73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01B5D-85C5-42E9-AD92-3DCE7547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CCA6A-31B2-422B-9D99-00AABD7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E2D0E-1BDF-4080-BB0D-614D8776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CACF3-AAF4-4456-A8BB-66E4FBE6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CDB4D2-26FC-4F92-9906-9B72C3AE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520971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AF241-3F41-4E05-87B1-3FEDCAB5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A5CE2-91E5-421F-AB06-48225AF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CC392-CB38-4737-8421-37DFE17F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34F2A-CB83-4192-B573-3CF46F1C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8B61D10-AD16-4891-BF2D-18B4045FEB4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fba5e9e9cf4ca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24214-852E-40D5-8621-01A0316B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34408-368C-4421-B1EF-0ED71750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9F38D-A450-4053-8E72-23BD012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AD94D-B0D5-46F3-B3F5-CCA62893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924041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23EEA-EB97-4E2B-841D-3B8D3E2D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34897-B07A-4CD8-8105-4EF273F6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5CD50-C7F6-4ECB-A947-1F0057EF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F1BF6-0410-4822-8A10-85670CB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CED61-FF03-4007-889B-401D5C58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F6321-61C4-43E9-854F-65D0144E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1C613-5486-453F-8182-AF9A2E7D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A6DA1-BF0F-4D3D-A0EC-E1243247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1BB85-768F-4E17-A926-4E522BD7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E88A5-5336-4424-9E98-77D37D89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22C39-D220-4092-81D0-268C7DCD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30D9A-D0F2-4526-AB69-BE4CFF86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04246-0A58-4B65-B575-B32771F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5BF96-6B93-475F-859C-A75FF60E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1B88B-2E31-4568-97D6-CB6EC233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2401A-28C8-4887-BCA2-91B6D26B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F7614-B602-41A1-9A34-6C67E378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836634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E2F0A-028F-485E-BFA3-2BA5F90F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16E71-30CD-4357-A441-202EEC4D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821FC-764B-470C-8EE9-B5BED6BB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D5FE2-4474-46DD-99C9-9A068CCE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7CA88-34B7-4FBB-B9BB-BEBCDBAE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E3963-DD3C-40F0-9CE3-CC22F4CF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51AD9-D248-464F-A73E-727F427B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D09BE-E2A5-4A27-83F2-DD67DCB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B2816-0C59-414F-9928-C3A33A3D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0B102-E941-4E16-A88D-079F9AB6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64C8F-F137-425C-964E-1FB7417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262811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77296-9CF9-4F6C-98D8-C1FD9BAE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7B08E-0AA5-40F0-A050-CCB354F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0B4C1-1CD6-4CDF-945F-9B552CB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6F569-9C50-4C2E-BCA7-7A8E58C7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B93AA-EA66-4DCA-A9E1-F23CF08B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E13FC-73DF-46BB-BA60-36ABA02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DDF8E-459F-4671-9F6C-0637E261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35736-E8A9-43D1-BC98-BD86E7AF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0C7EC-9A26-4098-A5AC-EFBC0046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3982D-7EEB-49B4-A079-9B7D812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2D26B-53F7-45C4-930A-7BE18C77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AD66B-94D5-4325-AB62-EDA404C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5FFF8-4B5E-4616-A1AD-32A4F1B4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C59C4-D32D-4430-9ACB-160BB0C7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97073-DFF3-4DCA-B217-851B380A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4D12A-5B9B-448F-B6A2-54B8058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F6D9B-3140-49BA-96BA-219BBC8F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DCDA3-39B5-4748-9544-E2459146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2ABDE-B712-4628-ACAB-861249A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794A9-8B32-480F-8BC9-9E355F28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3F533-ACBD-446E-953E-CF39EF4C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2C69C-334A-4FF0-BEDD-BF31B801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8FCCB-D3DF-4F1A-B67F-0C8C7D0C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11D16-733C-4157-BC36-4C647C4B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5074209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7E837-54A0-429A-B537-64F07C27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770E4-2C2F-4BBD-A350-72383B58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2B06D-6AE6-4368-86DD-B197C1AA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EE3C4-BF71-415B-B6AB-4D45243D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91CC5-0348-423C-B646-CF5CA71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89F9-7472-4768-B5D0-BC483ECA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FAAB3-BA8F-464D-B748-D62C3678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A2CB8-95BA-4F3B-A9C6-14DF6E5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7A4F4-F51C-4B40-AA9A-882FD41B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321B1-00B0-4031-B10D-A082B3CA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B3F0A-25E1-4F7E-9547-D61212E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D555E-A026-48B8-8B5D-9C0BE783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C79B4-3F98-4C0D-8FF0-D4595309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9FAA9-93CB-4728-A49F-ADF7B706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1BA6C-03A8-43DE-A885-AE332677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E42C6-F18D-42BE-872F-914EE1C4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44552-8765-4A37-A44F-ABE92A98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487DC-D12C-4CA0-B25F-5A181905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91E7F-A619-4A20-B9E9-15A0738C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AD333-10E2-4DD8-B75C-98077160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7F24C-9578-46A8-9DF6-C9AAE72F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2BABB-E2C2-4BA1-B118-7067F488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C8605-9779-45A9-A229-0481D52A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5CA55-56D3-4FCC-A88E-3171D4F9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8056B-04F8-414E-9F2E-C4CF3B95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147153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EBB02-D7AD-46DF-9357-B983BAB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B7314-BB56-4DBB-8605-FB36460A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D9249-7D40-4C74-804D-3B7CCB6D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28348-3E31-43A8-9702-7C2D726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0ADCD-367D-4B79-8D49-92B25776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11AFD-A79D-45E5-AC1E-04379B0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C50A0-63E7-4E51-A77C-74E25F3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F1292-2EED-4C2F-8C1E-321E0028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B8255-C994-4538-A38A-A8F5A75A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0A404-A37D-4B1C-82BE-DE5231D7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304F1-5F35-4499-BA1E-FEF34E01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008E7-C6CD-4A3B-9326-5F778E5F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A0D50-AE7B-49D7-B25C-777BD46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89C4F-23A5-4D6E-80A0-B1D0743D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701296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A0EA3-2E7F-4E90-B72F-9847CEE8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725B4-570C-4FEB-B4C7-C2091088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F5FD5-640D-4344-A468-865ABD3D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E90D9-0F43-45DF-B8F8-D70C61F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E427F17-37AF-4DFC-89B3-9B8F71F92F0C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7a8d5ea1bd466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5BCF1-6BFB-4241-B855-25DE26CC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8436F-CCDF-480C-8F57-702C0C72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D4EE7-F45E-4C06-B9A5-75195BEA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B7D7E-57C4-41F0-AC30-D3B15EA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CPU-point evidence is incomplete, so this does not isolate kernel cost.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E4E21-B6A0-4A21-9B00-89744890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49282-4221-4D10-AF79-8B75D406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Next: execute the 60-second bare-metal runner for the paired sustained comparison.</a:t>
            </a:r>
          </a:p>
        </p:txBody>
      </p:sp>
    </p:spTree>
    <p:extLst>
      <p:ext uri="{BB962C8B-B14F-4D97-AF65-F5344CB8AC3E}">
        <p14:creationId xmlns:p14="http://schemas.microsoft.com/office/powerpoint/2010/main" val="216784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2026-10-16T23:51:00.7380000Z</dcterms:created>
  <dcterms:modified xsi:type="dcterms:W3CDTF">2026-10-16T23:51:00.7380000Z</dcterms:modified>
</coreProperties>
</file>