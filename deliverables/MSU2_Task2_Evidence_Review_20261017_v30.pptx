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59ce2f33ee42bb" /><Relationship Type="http://schemas.openxmlformats.org/officeDocument/2006/relationships/extended-properties" Target="/docProps/app.xml" Id="R1ef783a29054489c" /><Relationship Type="http://schemas.openxmlformats.org/officeDocument/2006/relationships/officeDocument" Target="/ppt/presentation.xml" Id="Ra1506cddc82b44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04a41e384348b3"/>
  </p:sldMasterIdLst>
  <p:notesMasterIdLst>
    <p:notesMasterId xmlns:r="http://schemas.openxmlformats.org/officeDocument/2006/relationships" r:id="R026d7412e670476b"/>
  </p:notesMasterIdLst>
  <p:sldIdLst>
    <p:sldId xmlns:r="http://schemas.openxmlformats.org/officeDocument/2006/relationships" id="256" r:id="Rc8e8c3e162694845"/>
    <p:sldId xmlns:r="http://schemas.openxmlformats.org/officeDocument/2006/relationships" id="257" r:id="R20c962ff98d04e68"/>
    <p:sldId xmlns:r="http://schemas.openxmlformats.org/officeDocument/2006/relationships" id="258" r:id="R067dda180bb2493f"/>
    <p:sldId xmlns:r="http://schemas.openxmlformats.org/officeDocument/2006/relationships" id="259" r:id="R72b1dc39f579459d"/>
    <p:sldId xmlns:r="http://schemas.openxmlformats.org/officeDocument/2006/relationships" id="260" r:id="Rf55d49c9a6ea4222"/>
    <p:sldId xmlns:r="http://schemas.openxmlformats.org/officeDocument/2006/relationships" id="261" r:id="Rab1bd3d7a2834c95"/>
    <p:sldId xmlns:r="http://schemas.openxmlformats.org/officeDocument/2006/relationships" id="262" r:id="R39e65ebbc5cd444e"/>
    <p:sldId xmlns:r="http://schemas.openxmlformats.org/officeDocument/2006/relationships" id="263" r:id="R2784bd031abe498e"/>
    <p:sldId xmlns:r="http://schemas.openxmlformats.org/officeDocument/2006/relationships" id="264" r:id="R01978106ce014f11"/>
    <p:sldId xmlns:r="http://schemas.openxmlformats.org/officeDocument/2006/relationships" id="265" r:id="R16cabeacf0904af2"/>
    <p:sldId xmlns:r="http://schemas.openxmlformats.org/officeDocument/2006/relationships" id="266" r:id="Rc2242656807a4ec7"/>
    <p:sldId xmlns:r="http://schemas.openxmlformats.org/officeDocument/2006/relationships" id="267" r:id="R847d5eb241ac4536"/>
    <p:sldId xmlns:r="http://schemas.openxmlformats.org/officeDocument/2006/relationships" id="268" r:id="R978a80bebf344c4c"/>
    <p:sldId xmlns:r="http://schemas.openxmlformats.org/officeDocument/2006/relationships" id="269" r:id="R48bc16beb8e04e8e"/>
    <p:sldId xmlns:r="http://schemas.openxmlformats.org/officeDocument/2006/relationships" id="270" r:id="R252a938d2dc24124"/>
    <p:sldId xmlns:r="http://schemas.openxmlformats.org/officeDocument/2006/relationships" id="271" r:id="Rf7c6d2a411e14da7"/>
    <p:sldId xmlns:r="http://schemas.openxmlformats.org/officeDocument/2006/relationships" id="272" r:id="R6b2da241ac9c4e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907fb2a4bc4c66" /><Relationship Type="http://schemas.openxmlformats.org/officeDocument/2006/relationships/slideMaster" Target="/ppt/slideMasters/slideMaster1.xml" Id="Ra304a41e384348b3" /><Relationship Type="http://schemas.openxmlformats.org/officeDocument/2006/relationships/notesMaster" Target="/ppt/notesMasters/notesMaster1.xml" Id="R026d7412e670476b" /><Relationship Type="http://schemas.openxmlformats.org/officeDocument/2006/relationships/presProps" Target="/ppt/presProps.xml" Id="Rf55ee105b6d540ed" /><Relationship Type="http://schemas.openxmlformats.org/officeDocument/2006/relationships/tableStyles" Target="/ppt/tableStyles.xml" Id="Rec75d097f46e498d" /><Relationship Type="http://schemas.openxmlformats.org/officeDocument/2006/relationships/slide" Target="/ppt/slides/slide1.xml" Id="Rc8e8c3e162694845" /><Relationship Type="http://schemas.openxmlformats.org/officeDocument/2006/relationships/slide" Target="/ppt/slides/slide2.xml" Id="R20c962ff98d04e68" /><Relationship Type="http://schemas.openxmlformats.org/officeDocument/2006/relationships/slide" Target="/ppt/slides/slide3.xml" Id="R067dda180bb2493f" /><Relationship Type="http://schemas.openxmlformats.org/officeDocument/2006/relationships/slide" Target="/ppt/slides/slide4.xml" Id="R72b1dc39f579459d" /><Relationship Type="http://schemas.openxmlformats.org/officeDocument/2006/relationships/slide" Target="/ppt/slides/slide5.xml" Id="Rf55d49c9a6ea4222" /><Relationship Type="http://schemas.openxmlformats.org/officeDocument/2006/relationships/slide" Target="/ppt/slides/slide6.xml" Id="Rab1bd3d7a2834c95" /><Relationship Type="http://schemas.openxmlformats.org/officeDocument/2006/relationships/slide" Target="/ppt/slides/slide7.xml" Id="R39e65ebbc5cd444e" /><Relationship Type="http://schemas.openxmlformats.org/officeDocument/2006/relationships/slide" Target="/ppt/slides/slide8.xml" Id="R2784bd031abe498e" /><Relationship Type="http://schemas.openxmlformats.org/officeDocument/2006/relationships/slide" Target="/ppt/slides/slide9.xml" Id="R01978106ce014f11" /><Relationship Type="http://schemas.openxmlformats.org/officeDocument/2006/relationships/slide" Target="/ppt/slides/slide10.xml" Id="R16cabeacf0904af2" /><Relationship Type="http://schemas.openxmlformats.org/officeDocument/2006/relationships/slide" Target="/ppt/slides/slide11.xml" Id="Rc2242656807a4ec7" /><Relationship Type="http://schemas.openxmlformats.org/officeDocument/2006/relationships/slide" Target="/ppt/slides/slide12.xml" Id="R847d5eb241ac4536" /><Relationship Type="http://schemas.openxmlformats.org/officeDocument/2006/relationships/slide" Target="/ppt/slides/slide13.xml" Id="R978a80bebf344c4c" /><Relationship Type="http://schemas.openxmlformats.org/officeDocument/2006/relationships/slide" Target="/ppt/slides/slide14.xml" Id="R48bc16beb8e04e8e" /><Relationship Type="http://schemas.openxmlformats.org/officeDocument/2006/relationships/slide" Target="/ppt/slides/slide15.xml" Id="R252a938d2dc24124" /><Relationship Type="http://schemas.openxmlformats.org/officeDocument/2006/relationships/slide" Target="/ppt/slides/slide16.xml" Id="Rf7c6d2a411e14da7" /><Relationship Type="http://schemas.openxmlformats.org/officeDocument/2006/relationships/slide" Target="/ppt/slides/slide17.xml" Id="R6b2da241ac9c4e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fdae567d4843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419e8a3b874be2" /><Relationship Type="http://schemas.openxmlformats.org/officeDocument/2006/relationships/notesMaster" Target="/ppt/notesMasters/notesMaster1.xml" Id="R91f2c00376fe4c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fc43d86fb94db0" /><Relationship Type="http://schemas.openxmlformats.org/officeDocument/2006/relationships/notesMaster" Target="/ppt/notesMasters/notesMaster1.xml" Id="R0ed09bc2963447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d2d015f2194788" /><Relationship Type="http://schemas.openxmlformats.org/officeDocument/2006/relationships/notesMaster" Target="/ppt/notesMasters/notesMaster1.xml" Id="Rb30e02c2eab041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28a24ba49544b5" /><Relationship Type="http://schemas.openxmlformats.org/officeDocument/2006/relationships/notesMaster" Target="/ppt/notesMasters/notesMaster1.xml" Id="R6a33e98aaa8e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2559cfbad9436f" /><Relationship Type="http://schemas.openxmlformats.org/officeDocument/2006/relationships/notesMaster" Target="/ppt/notesMasters/notesMaster1.xml" Id="Re46b071524a147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6cb741bc354d2b" /><Relationship Type="http://schemas.openxmlformats.org/officeDocument/2006/relationships/notesMaster" Target="/ppt/notesMasters/notesMaster1.xml" Id="R5f68d85fa6e144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588647692241af" /><Relationship Type="http://schemas.openxmlformats.org/officeDocument/2006/relationships/notesMaster" Target="/ppt/notesMasters/notesMaster1.xml" Id="R3fdf94f184f4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1a55c665724e19" /><Relationship Type="http://schemas.openxmlformats.org/officeDocument/2006/relationships/notesMaster" Target="/ppt/notesMasters/notesMaster1.xml" Id="Rf8c65c62347d4c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9f790b580a4334" /><Relationship Type="http://schemas.openxmlformats.org/officeDocument/2006/relationships/notesMaster" Target="/ppt/notesMasters/notesMaster1.xml" Id="Rbd6bc6bae85a42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3b62268684747" /><Relationship Type="http://schemas.openxmlformats.org/officeDocument/2006/relationships/notesMaster" Target="/ppt/notesMasters/notesMaster1.xml" Id="R3d532ce504bc4a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e69442ad65411b" /><Relationship Type="http://schemas.openxmlformats.org/officeDocument/2006/relationships/notesMaster" Target="/ppt/notesMasters/notesMaster1.xml" Id="Rf3cf9240827e43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6ad7c48813482b" /><Relationship Type="http://schemas.openxmlformats.org/officeDocument/2006/relationships/notesMaster" Target="/ppt/notesMasters/notesMaster1.xml" Id="R3c7d76aa68d445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071238027e434d" /><Relationship Type="http://schemas.openxmlformats.org/officeDocument/2006/relationships/notesMaster" Target="/ppt/notesMasters/notesMaster1.xml" Id="R102d1f15d9d340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bf0c5824e0461a" /><Relationship Type="http://schemas.openxmlformats.org/officeDocument/2006/relationships/notesMaster" Target="/ppt/notesMasters/notesMaster1.xml" Id="R85d29de60ab246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ee8df834244958" /><Relationship Type="http://schemas.openxmlformats.org/officeDocument/2006/relationships/notesMaster" Target="/ppt/notesMasters/notesMaster1.xml" Id="Rfb540d5e07864a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d0067994dd41f8" /><Relationship Type="http://schemas.openxmlformats.org/officeDocument/2006/relationships/notesMaster" Target="/ppt/notesMasters/notesMaster1.xml" Id="Re957f7ff8ad348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79bdd7b150456b" /><Relationship Type="http://schemas.openxmlformats.org/officeDocument/2006/relationships/notesMaster" Target="/ppt/notesMasters/notesMaster1.xml" Id="Rc8b93d4bab7441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linux/appliance/msu2_demo.py. Operator instructions: linux/appliance/MSU2_DEMO_CONSOLE.md. Progress report: results/MSU2_ONE_STOP_DEMO_PROGRESS_20261017.md.</a:t>
            </a:r>
          </a:p>
          <a:p xmlns:a="http://schemas.openxmlformats.org/drawingml/2006/main">
            <a:r>
              <a:t>The menu runs the existing Linux receive-verification/latency sweep and sustained runner. Each test invocation gets config.json, raw_output.log and manifest.json in a unique evidence folder. It records unknown for physical SCK, PL0 rate and bitstream hash because those values are not measured by the menu.</a:t>
            </a:r>
          </a:p>
          <a:p xmlns:a="http://schemas.openxmlformats.org/drawingml/2006/main">
            <a:r>
              <a:t>Verification: python3 linux/appliance/msu2_demo.py --self-test passed; choosing option 0 returned to the shell without executing a test; python3 -m py_compile passed; tests.test_sustainable_benchmark_host passed all four tests.</a:t>
            </a:r>
          </a:p>
          <a:p xmlns:a="http://schemas.openxmlformats.org/drawingml/2006/main">
            <a:r>
              <a:t>This implementation does not alter or install a board boot image and has not been run on the ZCU102. Linux currently starts without a power-on OS chooser. A Linux/bare-metal selector remains unimplemented and must not weaken the Task 2g signed-boot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dc5a881ce45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ec7b911c543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08a41c8da45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77651eb1e46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347593c024c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9d3bde29b4a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1CB5EB-5BDD-424A-8148-FF9B033756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01C892-A9C2-456F-993F-A723891BC0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F3D282-E142-4B95-B588-FF68B881D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DC370E-CD52-4DD7-BCA5-6DE74D000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6D7153-E388-466A-BA17-6A7DEA6AB3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5233D8-5E57-4D48-915B-8F0770F7D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EA8E86-1B82-47E5-B98B-DB2358C9BF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FF7189-3493-4EA4-A6AE-3B8AAB2BBA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15AF61-6145-47E7-BDA8-E1844AD85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442CF8-7837-4E62-A494-8B37CB80F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ee2775db6943e3" /><Relationship Type="http://schemas.openxmlformats.org/officeDocument/2006/relationships/slideLayout" Target="/ppt/slideLayouts/slideLayout1.xml" Id="Rc7c203c86ec74ce5" /><Relationship Type="http://schemas.openxmlformats.org/officeDocument/2006/relationships/slideLayout" Target="/ppt/slideLayouts/slideLayout2.xml" Id="Rc98ec0030e4b42de" /><Relationship Type="http://schemas.openxmlformats.org/officeDocument/2006/relationships/slideLayout" Target="/ppt/slideLayouts/slideLayout3.xml" Id="Rff8dc48fd9fe4505" /><Relationship Type="http://schemas.openxmlformats.org/officeDocument/2006/relationships/slideLayout" Target="/ppt/slideLayouts/slideLayout4.xml" Id="R3c77b6e190664954" /><Relationship Type="http://schemas.openxmlformats.org/officeDocument/2006/relationships/slideLayout" Target="/ppt/slideLayouts/slideLayout5.xml" Id="R793bdc74469b452d" /><Relationship Type="http://schemas.openxmlformats.org/officeDocument/2006/relationships/slideLayout" Target="/ppt/slideLayouts/slideLayout6.xml" Id="R94821a7479cb40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c203c86ec74ce5"/>
    <p:sldLayoutId xmlns:r="http://schemas.openxmlformats.org/officeDocument/2006/relationships" id="2147483650" r:id="Rc98ec0030e4b42de"/>
    <p:sldLayoutId xmlns:r="http://schemas.openxmlformats.org/officeDocument/2006/relationships" id="2147483651" r:id="Rff8dc48fd9fe4505"/>
    <p:sldLayoutId xmlns:r="http://schemas.openxmlformats.org/officeDocument/2006/relationships" id="2147483652" r:id="R3c77b6e190664954"/>
    <p:sldLayoutId xmlns:r="http://schemas.openxmlformats.org/officeDocument/2006/relationships" id="2147483653" r:id="R793bdc74469b452d"/>
    <p:sldLayoutId xmlns:r="http://schemas.openxmlformats.org/officeDocument/2006/relationships" id="2147483654" r:id="R94821a7479cb40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e702da19e4cf1" /><Relationship Type="http://schemas.openxmlformats.org/officeDocument/2006/relationships/notesSlide" Target="/ppt/notesSlides/notesSlide1.xml" Id="R227fb1b0ab6f4e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c0a8cd88643ac" /><Relationship Type="http://schemas.openxmlformats.org/officeDocument/2006/relationships/chart" Target="/ppt/slides/charts/chart1.xml" Id="R80d49926db6c4fec" /><Relationship Type="http://schemas.openxmlformats.org/officeDocument/2006/relationships/notesSlide" Target="/ppt/notesSlides/notesSlide2.xml" Id="Re66642c2f61e49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b087e3eb644fd" /><Relationship Type="http://schemas.openxmlformats.org/officeDocument/2006/relationships/chart" Target="/ppt/slides/charts/chart2.xml" Id="R10e30e730a3c461a" /><Relationship Type="http://schemas.openxmlformats.org/officeDocument/2006/relationships/notesSlide" Target="/ppt/notesSlides/notesSlide3.xml" Id="Rdd132318e34b48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d2985b4b14edc" /><Relationship Type="http://schemas.openxmlformats.org/officeDocument/2006/relationships/chart" Target="/ppt/slides/charts/chart3.xml" Id="R360706fe67b04a37" /><Relationship Type="http://schemas.openxmlformats.org/officeDocument/2006/relationships/notesSlide" Target="/ppt/notesSlides/notesSlide4.xml" Id="R77b2b5c3f74a4d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3ec1638024fc1" /><Relationship Type="http://schemas.openxmlformats.org/officeDocument/2006/relationships/notesSlide" Target="/ppt/notesSlides/notesSlide5.xml" Id="Re3ed1ff767614d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9e9975d40493f" /><Relationship Type="http://schemas.openxmlformats.org/officeDocument/2006/relationships/notesSlide" Target="/ppt/notesSlides/notesSlide6.xml" Id="R7e7475c8c84346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39aa58de24ecd" /><Relationship Type="http://schemas.openxmlformats.org/officeDocument/2006/relationships/chart" Target="/ppt/slides/charts/chart4.xml" Id="R3d8aae7781fe40e5" /><Relationship Type="http://schemas.openxmlformats.org/officeDocument/2006/relationships/notesSlide" Target="/ppt/notesSlides/notesSlide7.xml" Id="R49434e1ed7fd41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798b1db71489f" /><Relationship Type="http://schemas.openxmlformats.org/officeDocument/2006/relationships/notesSlide" Target="/ppt/notesSlides/notesSlide8.xml" Id="R5735aa8379b246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282b85a234028" /><Relationship Type="http://schemas.openxmlformats.org/officeDocument/2006/relationships/notesSlide" Target="/ppt/notesSlides/notesSlide9.xml" Id="R1afe6d70f9c940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0fbe955174790" /><Relationship Type="http://schemas.openxmlformats.org/officeDocument/2006/relationships/notesSlide" Target="/ppt/notesSlides/notesSlide10.xml" Id="R91038fab40884d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8af288a1a47ff" /><Relationship Type="http://schemas.openxmlformats.org/officeDocument/2006/relationships/notesSlide" Target="/ppt/notesSlides/notesSlide11.xml" Id="Rcd2007c38a8544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1ea79cae546df" /><Relationship Type="http://schemas.openxmlformats.org/officeDocument/2006/relationships/notesSlide" Target="/ppt/notesSlides/notesSlide12.xml" Id="R399dad333b8b45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0a44be70134048" /><Relationship Type="http://schemas.openxmlformats.org/officeDocument/2006/relationships/chart" Target="/ppt/slides/charts/chart5.xml" Id="R8e60640eed7d42aa" /><Relationship Type="http://schemas.openxmlformats.org/officeDocument/2006/relationships/notesSlide" Target="/ppt/notesSlides/notesSlide13.xml" Id="Rf822184e15c04c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94c7235a74510" /><Relationship Type="http://schemas.openxmlformats.org/officeDocument/2006/relationships/chart" Target="/ppt/slides/charts/chart6.xml" Id="Re24c82cd0e734fd7" /><Relationship Type="http://schemas.openxmlformats.org/officeDocument/2006/relationships/notesSlide" Target="/ppt/notesSlides/notesSlide14.xml" Id="Rf5f0172af1ff49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e953297754592" /><Relationship Type="http://schemas.openxmlformats.org/officeDocument/2006/relationships/notesSlide" Target="/ppt/notesSlides/notesSlide15.xml" Id="R4dd9a082f1da4b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155026b1c4c0f" /><Relationship Type="http://schemas.openxmlformats.org/officeDocument/2006/relationships/chart" Target="/ppt/slides/charts/chart7.xml" Id="R4d54904bae8c4ab9" /><Relationship Type="http://schemas.openxmlformats.org/officeDocument/2006/relationships/notesSlide" Target="/ppt/notesSlides/notesSlide16.xml" Id="R46d89b25182d43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ed1ff00484b63" /><Relationship Type="http://schemas.openxmlformats.org/officeDocument/2006/relationships/notesSlide" Target="/ppt/notesSlides/notesSlide17.xml" Id="R7ccfe478e66c4ba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6327B-CE56-4C81-8F28-047FD0C7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630D3-F3D2-4371-973A-8E420C8F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A6E24-2AD5-4FED-A87D-AA42B734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E7228-C6B8-4DC2-AB5E-C91009E7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04D9B-21AA-4AAB-90C4-B695F312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46419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344CE-F7B9-445D-BF25-A966B2E5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3B26F-98CA-4DC3-8E31-BDC4458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C9EB2-1525-4925-B24C-E9A2EEF8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08CB2-7767-4B97-8349-F030F961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B9C7504-E85F-4D05-B2CE-A07C51584AA1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d49926db6c4fe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43A9F-BF86-4C56-AA31-4F6173F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51883-D681-471F-92D6-F9643A50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DBBA8-E79B-46FD-80AB-222070E7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D96E3-BFE5-4CF7-9ABB-7FE4862A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93FAB-65B2-4480-B3C8-A9B8B459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452546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BD5A4-A494-4FD8-88B1-2B785114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A8BA2-4E4F-481F-B662-66BAB8E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F2E94-ABD2-476A-853A-C974111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B103A-73F9-4527-B951-A0A5174E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57AB3E6-F6A5-4EC9-BDE6-8BDF374BA9A5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e30e730a3c461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00C11-F2D6-4CC5-B012-E5C4FC34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38CCA-963A-4E7D-9D32-F1A018B7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CF6CF-939F-4AB5-AF73-78676449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FBDD1-5B05-45B6-ACA1-B925B6FA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C82E0-984F-4CF9-9CDF-2030E3EA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267045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31C60-10AC-4ECE-88AD-51C06C15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D2E86-D34E-4953-B29D-666BA649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6596F-08C9-48CB-96C5-3DD47497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EF217-8E7B-45EA-979C-E91F969B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3AFFEB1-28F9-4EDC-9583-F8AC492FEBDC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0706fe67b04a3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91A7B-3030-4461-ADB6-4CCAD810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05962-AB6C-489C-B8AC-B03DF8D1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43145-6B60-478D-AA3A-F5715829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3D1ED-811A-42F0-A6B6-3327C77B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88325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FBF493-50A4-40DF-B05D-F1F5DD65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031E0-6976-4A66-A8BA-8952EF4B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7E8C0-AEC3-43EE-9B77-3B3482DB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EE8A6-F4EE-4306-A6B2-751FF55C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704A9-378C-4326-9C6D-A595D35F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4A7EB-3778-4539-B02E-165864EA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EB28F-9D61-4118-B3EE-78057234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CE5FC-6F3A-4A6E-B745-CFA49207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8C3EE-3BAE-4C3E-AA6F-0E7E7957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823CC-E10C-4CB3-8D50-F46FFF94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015D9-FF8B-4CF6-B1FA-04DDD533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F9CD1-15F3-4724-A6BC-BCE3BEEE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ADA2A-52FF-4F93-960F-A4763CD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34F4E-4C8A-4255-B883-757F0A98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E3279-49F4-463E-AE83-7A654CEC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DD870-F60A-4F0F-B173-480D965A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13A4E-A219-4E9E-B105-5D22B0CC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575AC-9EBC-4302-9DCA-1A67BA6B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6DF93-A52A-4777-8F7C-93A16DD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ED4E5-1A0E-4F50-8FB3-21955652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120BD-61BE-4B02-994C-428C2EB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A67A9-0702-4EDF-A02E-459ECDCF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457C5-6D54-4A56-864D-A79B7D1F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65C22-968A-4B72-946D-33F72EA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B0789-96E4-455D-A906-4D082F6F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3FA8A7-342B-42CA-8B06-753C834E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E86BD-5DB1-4A0F-8C59-A6736B21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B61FB4-6844-499A-A124-FB00FC81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66B4DB-A055-4697-81A2-754DC34E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729CE-4C44-402D-8ADC-4FA691D0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3E83B-2F3F-4452-AF66-6F9C78BF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14A0F-594C-4F82-88B4-0827688D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211AC6-DB14-4BF6-8CD9-3D5258C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807148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AA1D1-4D63-42E4-8968-0AF94BB7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50E00-7FAF-417F-AAA6-C6F3A179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00F28-F34E-40EA-B524-F0854B2F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AFA98-CDAD-4659-82DB-D8F16153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84AD4-3012-4245-904E-E1893211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7934F-E743-4A79-AA16-888A57ED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01A6C-072D-41B0-848A-78C35433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B99F7-9EF6-4503-974A-38665999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5386E-0943-4594-B943-0BA925FA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34D93-3592-4B66-8B71-DEB28FC7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A5189-18D9-43CF-8E46-3AE4A0D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E74AD-E5CA-4B90-8A89-83F614FE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3E287-2541-4CC8-BC9C-D4DB9DAD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EEF62-6B61-48F2-B232-B8456A1F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E75B6-37BE-48AA-9CC5-2690D0AC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11740-BC58-4270-B31A-2161321C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76588-6BCC-4ED1-9133-34E00170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86103-ADA4-4B3A-BA9C-FD28DC5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9388F-29E7-4BB5-9737-E5B28AE6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86B9C-63BA-4524-AB74-508E3D40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C68BF-2AC6-4F59-8C5F-C87DD569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32BDE-99D7-49FC-A85A-AC82C068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3613E-4E54-402F-9A0D-63D794CD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9EBF0-447B-4F54-9617-0C1F8557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6E394-9E2A-43F5-B9E9-1F231A3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7514C-B475-4609-8ACE-27177A0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80811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E6EDB-FE64-4299-BD07-C7B03D3A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DAE66-3BF9-4052-AD67-4439E198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1C84D-9E30-4965-9049-52AB464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FC0A0-DC9A-451C-A503-EC39BF9D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CCA9558-2D24-4B44-9729-00F4074AA74E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8aae7781fe40e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75916-F52F-4BD6-8019-EA6124A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A04A7-4690-44A6-9E0E-50780A43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1D175-24C5-4AD7-890A-EC7C3686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87EF6-560B-406C-B9C8-89485D15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556540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EC5C7-CAF6-465D-8F3A-3E1AF75C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18A01-5AE6-4FBD-9F2B-D19EFF14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A1CEE-DF32-4CDA-9CAC-6C96518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3191E-9BEA-4FD3-9CE4-9AB91800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A1089-1B64-4B11-B335-48E48F52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0A8A1-4A07-4438-9CD6-CA413575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72683-4FAA-4309-8742-1F545352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1AC9E-76EF-49F5-9B83-63D4433E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8EAB0-6473-46EB-A4A5-3F503ACE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5A26E-D9A1-40D9-AFE3-473E0959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E5520-97B9-4CC1-B7AD-A93ECC0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390F0-035F-4588-8AC1-5378DB0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11858-31AC-4FCD-B02C-CA1F8FE4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D4E8F-AEAB-469A-BE9D-DD09ACA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88F81-E81B-4C83-90BD-FDD52CD8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DF1A6-0410-4FDB-BA0D-5F575316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0D929-D41E-4764-9A78-79007180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1120808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C9180-1AEE-4ACE-9B4D-7AA059E4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6C39D-C6A2-4B21-B9A4-2A3908C5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3B882-CAF4-4984-9A0E-C7234613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C6763-9D4B-49E9-A572-AB25921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AEFD5-98E6-48DE-9F9C-D731208F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AB275-CFA1-4114-B28F-C63788D4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29D0F-29E2-4123-A4F3-E6BF7439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96357-0177-4C55-9C1B-744C6774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9E4A7-297B-461C-8E3F-BDC97168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D8144-4BAF-46C6-8FDE-E029DD65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6E96B-F216-4E56-9639-2347E048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672264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358E4-C22B-47F5-97EA-DD5B70DE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5460E-A100-471D-9F7E-87324804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AF3D8-1106-49AC-A696-20D793D5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6462B-02C1-4486-AD36-B7D74422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BC3E6-12D8-4E1D-8874-F0191AA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81D11-7D10-41DC-949F-410F0EC3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8C5CF-970B-4D4C-9B27-954BC35E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74671-C447-4C1F-9551-EABC9F7B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2C315-A151-4F0A-82B7-0F5CAAB2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9662D-462E-426D-9D76-6055EA03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4EF55-FF4B-442D-A522-C6F7C0A3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0ECD4-31D2-4E8F-B2E4-5C32A654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2D54B-18B1-4E8B-BA64-45D5DACE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0B9DF-A594-4393-897B-D08F8E90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76160-4D53-4BD5-82BB-03C0BD1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E14C3-9E4A-409A-BCDF-8E85497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E8CB5-B6E1-477D-8361-6120DC7C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59F9D-017A-40D0-A08C-BD9887AA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5E98B-5534-4E1E-8013-A977E1B4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9069B-CBB8-4596-81E3-DA623AA3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7E7D9-9200-487E-BA24-B9872E6B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F92A4-C672-4EF1-92BB-6BC50DB3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46EE0-61DC-45DE-9D45-CF6787E5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3BB28-47B8-4009-9E3E-642FF8D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909701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6ECEB7-1E16-4387-9981-66DFBEE2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8F729-9437-44FD-9D49-6E5C60E8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D50A1-69A4-4F4E-832A-317DC2B0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85411-386F-4952-96D3-C80C37F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DDFED-4849-4145-9054-B8C07E28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90653-08D0-4602-BEBF-6310721B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2A462-07A6-4330-9849-B84AD221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D1F14-F231-4141-B1A7-AFA2FCA3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5D37D-34A4-40F8-AF0D-A2B73BDF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73467-AF7F-4AB7-9750-D80A0C48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664E9-5CB5-4829-ABA8-F3A0181B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B09B9-223D-4355-A10A-702346CF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5AA14-D75A-4366-99B3-C5EC12C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BE0F7-BF9D-4AB8-9655-8F679E5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4DD20-5631-4642-BAC1-BA83925F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F67B4-7289-48A8-9B56-5AD83BE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38683-86BB-4DCB-9ED1-4914D6BE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54066-B1DA-46B9-8FED-38AE7926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32B86-686B-41D9-A570-A5212F4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64774-9441-4B73-96F1-4F4B198D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ADF16-E85A-4850-A817-BED0AAE4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3045A-412F-4D3B-9040-780642D8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265AB-90C1-41AA-85B9-B10F2917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489C7-CED9-4E02-AF40-2F05F4CC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FC4A5-FAD9-4E6A-88A4-85B8C5CE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2136740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F58BC-114E-427A-AB7F-2C0AFA11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0E947-6A5D-4FC3-97FF-1E93D07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A8735-5EF7-4672-8DF5-589F0932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B096E-41DA-47E8-A679-F0502C5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5D9B5-8878-47DB-BE2F-41D2EF35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4A559-569F-4737-985C-37EE976B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A2305-CA6C-429A-B3AD-FAE0F8B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6ADF9-E1F3-4ACD-BEB9-4F3DC7CE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212CB-67FE-4ED2-878D-12DF0BC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7EFF6-C4A3-4534-96D2-9860CE25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3AC13-DE30-46E7-BF8E-5FD93238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3DFB0-6B46-4203-949D-7549BD4C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8C01C-807C-43B8-A311-4D23875E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C7A95-BEE9-4BA3-9D76-58199ED0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7922908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F869C-3A03-44A7-BD99-5BB4EE17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8DC6D-2FE4-42A1-9284-87E42AA2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FCE6D-E9CB-451A-876D-A02CEF2C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139C0-E477-4DFC-9602-5D923BB1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3EADA00-364C-4234-87E7-8AF1A16BC920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60640eed7d42a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933A3-F4A4-438E-84C4-F6AC8BDD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18D01-A6D0-4833-A181-FEBB268F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0A45A-2614-45D7-A7A3-7A15483F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91E39-C4CA-4DB1-B85A-BEE80E5A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E8EF1-CDCC-457D-AD8F-A360F4C3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1803A-4A6B-4377-8DC1-56836895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2160232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18B57-90A2-473E-A459-FA5A731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BE165-E580-401E-87CC-8BAADE77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8B350-AAAD-4203-ACDC-32B2150A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17ACA-EF1F-4F76-AB5C-9F3A2449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AF5AD4A-5ACD-4E47-915E-CCF386B79CD0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4c82cd0e734fd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515B7-3D0B-40EE-9B7A-C95581D4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C6CCD-FFDC-45FD-B500-79DD9BD7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31047-858A-4C43-83CA-264CE764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9405B-BEEA-4490-938D-733D5C41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EF1E9-4241-44F3-8C04-857AA9C9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8300622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C6B51-6F37-40D1-A203-D93105B0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B976A-8E23-4734-9B2A-75BF55C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63B3F-BC0C-4F69-83EA-703E9430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7094E-7058-4F3C-8830-99729CBC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01928-6E68-4DEF-A8A8-D4AAE938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F38DA-D5AF-48D7-B404-45AEADAF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1B12B-F037-469A-82A3-8A274C5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8017C-94A9-4D4E-8A07-CEDC831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AD080-AF2A-41DE-A4DD-C16A45C1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EC8FA-B427-464F-A214-355714FD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0DFC2-C531-4D8E-B790-52ADD80B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30758-2F7A-4F19-A628-C6D80FBA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A23DA-E085-4345-9634-8349E11A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C5303-E045-4F0E-9BC7-A1089B51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247AB-E128-40B6-BAF9-A8F1E501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74899-D669-4924-BCA7-48922D76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1A081-9CDC-4445-9FAF-0BDFE3D1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6718F-9DFD-4460-A09D-706882BB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6AAF1-9070-4373-BA84-B686DBA4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3C0B2-E9C3-4D7B-B0B5-A6EFFFD1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734F5-2B18-4A05-AB24-8FE9251E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E244A-2A0C-435E-B9FD-930B0CF2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4FF0E-627B-4351-9BFF-196E9725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1019984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F1C72-1740-4B56-B5C9-061443BA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E1D8E-B171-4A5C-92EE-7E1CDE20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45CDF-6E32-46B8-ACB2-685422D7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CE26C-35E3-4833-B211-71569BA4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ACCEF26-DE31-477E-B111-F3DAABCB1CE5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54904bae8c4ab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A1550-4776-4C53-B68F-40B46039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E7103-0270-4C82-B7CD-B0FE1BCC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55548-6F8E-42C7-A376-54877A2B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98F57-1E79-412B-BD88-1A41993C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E703A-D5E0-4123-A1AE-74A95A25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8604583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9A282-D467-4886-87FD-8D1689B4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FIRST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0015B-2D7D-4D08-AED1-A76AB836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A6709-2EFF-4697-BF59-93DA9512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1BE65-B211-4BEE-A9B5-48ABD250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6B316-A67D-45A6-A7EC-1BAA93D3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choices after Linux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BAC6E-63BE-4F88-9159-80759D17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0  Normal Linux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Integrity and latency sweep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11 payload sizes × 1,000 trials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throughput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Choose sizes, duration and repeats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Type RUN before a long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System and SPI interface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6FF64-5403-42EF-9073-D3253218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4C4DA-5F99-4CE9-9D6C-B40799FE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Each test leaves reviewable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12F0C-5861-422B-A630-E5F5C345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Unique run directory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Configuration JSON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Captured raw output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Timestamped manifest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Program and log SHA-256 hashes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F3D5F-C4DD-4E68-96F9-AE2D70F7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Host self-test and all four existing sustained-runner host tests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90BC7-E5DA-4DE9-BB0F-3B1E4691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Boundary: this menu starts after Linux boots. A power-on OS chooser and selectable bare-metal path are not integrated; the live boot chain must retain Task 2g signature enforcement.</a:t>
            </a:r>
          </a:p>
        </p:txBody>
      </p:sp>
    </p:spTree>
    <p:extLst>
      <p:ext uri="{BB962C8B-B14F-4D97-AF65-F5344CB8AC3E}">
        <p14:creationId xmlns:p14="http://schemas.microsoft.com/office/powerpoint/2010/main" val="1672736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2026-10-17T17:15:46.6280000Z</dcterms:created>
  <dcterms:modified xsi:type="dcterms:W3CDTF">2026-10-17T17:15:46.6280000Z</dcterms:modified>
</coreProperties>
</file>