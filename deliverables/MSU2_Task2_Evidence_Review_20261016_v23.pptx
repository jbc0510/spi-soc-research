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652fa9c8842b8" /><Relationship Type="http://schemas.openxmlformats.org/officeDocument/2006/relationships/extended-properties" Target="/docProps/app.xml" Id="Rfe7b616462704219" /><Relationship Type="http://schemas.openxmlformats.org/officeDocument/2006/relationships/officeDocument" Target="/ppt/presentation.xml" Id="Ref8af023a6e7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b273e0650e4f2e"/>
  </p:sldMasterIdLst>
  <p:notesMasterIdLst>
    <p:notesMasterId xmlns:r="http://schemas.openxmlformats.org/officeDocument/2006/relationships" r:id="R618a8537c3fd4763"/>
  </p:notesMasterIdLst>
  <p:sldIdLst>
    <p:sldId xmlns:r="http://schemas.openxmlformats.org/officeDocument/2006/relationships" id="256" r:id="Rafc1921012e14189"/>
    <p:sldId xmlns:r="http://schemas.openxmlformats.org/officeDocument/2006/relationships" id="257" r:id="R18ee986e30954b5a"/>
    <p:sldId xmlns:r="http://schemas.openxmlformats.org/officeDocument/2006/relationships" id="258" r:id="Rf19d20ff662f444c"/>
    <p:sldId xmlns:r="http://schemas.openxmlformats.org/officeDocument/2006/relationships" id="259" r:id="R5390590f17fd479c"/>
    <p:sldId xmlns:r="http://schemas.openxmlformats.org/officeDocument/2006/relationships" id="260" r:id="R5ec02f29fe994909"/>
    <p:sldId xmlns:r="http://schemas.openxmlformats.org/officeDocument/2006/relationships" id="261" r:id="R25a77bee645c41ea"/>
    <p:sldId xmlns:r="http://schemas.openxmlformats.org/officeDocument/2006/relationships" id="262" r:id="Rcf62a552795c4b7e"/>
    <p:sldId xmlns:r="http://schemas.openxmlformats.org/officeDocument/2006/relationships" id="263" r:id="R39c9f817db0d4905"/>
    <p:sldId xmlns:r="http://schemas.openxmlformats.org/officeDocument/2006/relationships" id="264" r:id="Rd59a0c3e6a214f76"/>
    <p:sldId xmlns:r="http://schemas.openxmlformats.org/officeDocument/2006/relationships" id="265" r:id="R577e8f78d227429f"/>
    <p:sldId xmlns:r="http://schemas.openxmlformats.org/officeDocument/2006/relationships" id="266" r:id="R614d28ef18dc44c3"/>
    <p:sldId xmlns:r="http://schemas.openxmlformats.org/officeDocument/2006/relationships" id="267" r:id="R912db8f1b69b4d6a"/>
    <p:sldId xmlns:r="http://schemas.openxmlformats.org/officeDocument/2006/relationships" id="268" r:id="R166af6cc6a8c48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66074a95a64405" /><Relationship Type="http://schemas.openxmlformats.org/officeDocument/2006/relationships/slideMaster" Target="/ppt/slideMasters/slideMaster1.xml" Id="R5fb273e0650e4f2e" /><Relationship Type="http://schemas.openxmlformats.org/officeDocument/2006/relationships/notesMaster" Target="/ppt/notesMasters/notesMaster1.xml" Id="R618a8537c3fd4763" /><Relationship Type="http://schemas.openxmlformats.org/officeDocument/2006/relationships/presProps" Target="/ppt/presProps.xml" Id="R71b7e3cc3d1647a0" /><Relationship Type="http://schemas.openxmlformats.org/officeDocument/2006/relationships/tableStyles" Target="/ppt/tableStyles.xml" Id="R2533193212e240e5" /><Relationship Type="http://schemas.openxmlformats.org/officeDocument/2006/relationships/slide" Target="/ppt/slides/slide1.xml" Id="Rafc1921012e14189" /><Relationship Type="http://schemas.openxmlformats.org/officeDocument/2006/relationships/slide" Target="/ppt/slides/slide2.xml" Id="R18ee986e30954b5a" /><Relationship Type="http://schemas.openxmlformats.org/officeDocument/2006/relationships/slide" Target="/ppt/slides/slide3.xml" Id="Rf19d20ff662f444c" /><Relationship Type="http://schemas.openxmlformats.org/officeDocument/2006/relationships/slide" Target="/ppt/slides/slide4.xml" Id="R5390590f17fd479c" /><Relationship Type="http://schemas.openxmlformats.org/officeDocument/2006/relationships/slide" Target="/ppt/slides/slide5.xml" Id="R5ec02f29fe994909" /><Relationship Type="http://schemas.openxmlformats.org/officeDocument/2006/relationships/slide" Target="/ppt/slides/slide6.xml" Id="R25a77bee645c41ea" /><Relationship Type="http://schemas.openxmlformats.org/officeDocument/2006/relationships/slide" Target="/ppt/slides/slide7.xml" Id="Rcf62a552795c4b7e" /><Relationship Type="http://schemas.openxmlformats.org/officeDocument/2006/relationships/slide" Target="/ppt/slides/slide8.xml" Id="R39c9f817db0d4905" /><Relationship Type="http://schemas.openxmlformats.org/officeDocument/2006/relationships/slide" Target="/ppt/slides/slide9.xml" Id="Rd59a0c3e6a214f76" /><Relationship Type="http://schemas.openxmlformats.org/officeDocument/2006/relationships/slide" Target="/ppt/slides/slide10.xml" Id="R577e8f78d227429f" /><Relationship Type="http://schemas.openxmlformats.org/officeDocument/2006/relationships/slide" Target="/ppt/slides/slide11.xml" Id="R614d28ef18dc44c3" /><Relationship Type="http://schemas.openxmlformats.org/officeDocument/2006/relationships/slide" Target="/ppt/slides/slide12.xml" Id="R912db8f1b69b4d6a" /><Relationship Type="http://schemas.openxmlformats.org/officeDocument/2006/relationships/slide" Target="/ppt/slides/slide13.xml" Id="R166af6cc6a8c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17bd3ccb794d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00687ed874660" /><Relationship Type="http://schemas.openxmlformats.org/officeDocument/2006/relationships/notesMaster" Target="/ppt/notesMasters/notesMaster1.xml" Id="Rc74a54c14e1245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c3644a6e2f4710" /><Relationship Type="http://schemas.openxmlformats.org/officeDocument/2006/relationships/notesMaster" Target="/ppt/notesMasters/notesMaster1.xml" Id="Rd3cbdf35911e41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76521108d84fe8" /><Relationship Type="http://schemas.openxmlformats.org/officeDocument/2006/relationships/notesMaster" Target="/ppt/notesMasters/notesMaster1.xml" Id="Ra2ddda334ae648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a4bd539b3f4b8d" /><Relationship Type="http://schemas.openxmlformats.org/officeDocument/2006/relationships/notesMaster" Target="/ppt/notesMasters/notesMaster1.xml" Id="Rb0ce5396614a42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a21dff7e314f16" /><Relationship Type="http://schemas.openxmlformats.org/officeDocument/2006/relationships/notesMaster" Target="/ppt/notesMasters/notesMaster1.xml" Id="Rb414d707c3c2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cde4118fc14a59" /><Relationship Type="http://schemas.openxmlformats.org/officeDocument/2006/relationships/notesMaster" Target="/ppt/notesMasters/notesMaster1.xml" Id="R8bd9267f77e74c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e6d63b65e34dba" /><Relationship Type="http://schemas.openxmlformats.org/officeDocument/2006/relationships/notesMaster" Target="/ppt/notesMasters/notesMaster1.xml" Id="Re5bd5ac1a78748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5af56e5df14d1f" /><Relationship Type="http://schemas.openxmlformats.org/officeDocument/2006/relationships/notesMaster" Target="/ppt/notesMasters/notesMaster1.xml" Id="Rb614009b1a8f4b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df7aceb49a406e" /><Relationship Type="http://schemas.openxmlformats.org/officeDocument/2006/relationships/notesMaster" Target="/ppt/notesMasters/notesMaster1.xml" Id="Re21ffb2839824b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1d0b1746fa4138" /><Relationship Type="http://schemas.openxmlformats.org/officeDocument/2006/relationships/notesMaster" Target="/ppt/notesMasters/notesMaster1.xml" Id="R702f87d3082f49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eb477aea504c32" /><Relationship Type="http://schemas.openxmlformats.org/officeDocument/2006/relationships/notesMaster" Target="/ppt/notesMasters/notesMaster1.xml" Id="R11d89c33d0fd40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0c559cb02c47af" /><Relationship Type="http://schemas.openxmlformats.org/officeDocument/2006/relationships/notesMaster" Target="/ppt/notesMasters/notesMaster1.xml" Id="R8ca02a44f1014d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f0ef8338894748" /><Relationship Type="http://schemas.openxmlformats.org/officeDocument/2006/relationships/notesMaster" Target="/ppt/notesMasters/notesMaster1.xml" Id="Rc8d0712c561e4d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comparison is bounded and does not identify a universal causal Linux-only cost. Task 2b has simulation but no valid physical DMA sweep. Task 2c supports best-effort suitability only. Task 2d is design-only. Task 2e has one passing one-second Linux loopback smoke (15,354 transfers, zero mismatches), but no physical sustained-run data.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 2e runner report: results/SOW_2E_SUSTAINED_RUNNER_20261016.md.</a:t>
            </a:r>
          </a:p>
          <a:p xmlns:a="http://schemas.openxmlformats.org/drawingml/2006/main">
            <a:r>
              <a:t>Linux sustained raw UART captures, point CSV, median CSV, and target metadata: results/task2e_sustainable_runner_20261016/. The Linux collector validates all 33 rows. The one-second smoke is separately retained in target_smoke_attempt.log.</a:t>
            </a:r>
          </a:p>
          <a:p xmlns:a="http://schemas.openxmlformats.org/drawingml/2006/main">
            <a:r>
              <a:t>Linux sustained mode 0, 8-bit words, 49.995 MHz requested/read-back speed, 60 seconds per point, and 11 payload sizes × 3 repetitions. Physical J55 SCK of approximately 51 MHz was measured on September 29 for this exact bitstream/configuration, not remeasured during the sustained set.</a:t>
            </a:r>
          </a:p>
          <a:p xmlns:a="http://schemas.openxmlformats.org/drawingml/2006/main">
            <a:r>
              <a:t>Bare-metal ELF is a build artifact, not a target execution result. Linux points were all collected before a new bare-metal sustained run; this order differs from the alternating-backend plan and should be disclosed in the paired analysis.</a:t>
            </a:r>
          </a:p>
          <a:p xmlns:a="http://schemas.openxmlformats.org/drawingml/2006/main">
            <a:r>
              <a:t>Bare-metal ELF is a build artifact, not a target execution result. The plan and closure criteria are in results/SOW_2E_BENCHMARK_CLOSURE_EXPERIMENT_20261015.md.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6484806d949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99faa611f46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25fdf0e414e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e418f08df4d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4618c014a41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822297f0045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5BDD9B-A610-4849-9FD9-2521E8566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ADE261-E284-4E5E-8265-0EB1236763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653D62-1430-4458-AED3-F51D108AA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536A84-55AD-4D05-8214-87BA7AFD06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C36697-69F9-4A91-B4D1-30B4189A84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DF7118-0644-464E-BDCD-34AEF4B50E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E74E64-2CB0-4CA3-9770-B4457ABB7A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A22192-2DAC-4698-BC61-C85484D654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A5B3BD-1C16-4E25-8BEE-7007D9829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27A37E-4769-4507-9952-61C29F3694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b2118089db47d2" /><Relationship Type="http://schemas.openxmlformats.org/officeDocument/2006/relationships/slideLayout" Target="/ppt/slideLayouts/slideLayout1.xml" Id="R9cfad37664704f41" /><Relationship Type="http://schemas.openxmlformats.org/officeDocument/2006/relationships/slideLayout" Target="/ppt/slideLayouts/slideLayout2.xml" Id="Rb6d653fc2f354802" /><Relationship Type="http://schemas.openxmlformats.org/officeDocument/2006/relationships/slideLayout" Target="/ppt/slideLayouts/slideLayout3.xml" Id="R8a191d182ad74703" /><Relationship Type="http://schemas.openxmlformats.org/officeDocument/2006/relationships/slideLayout" Target="/ppt/slideLayouts/slideLayout4.xml" Id="R237ff6feade34f98" /><Relationship Type="http://schemas.openxmlformats.org/officeDocument/2006/relationships/slideLayout" Target="/ppt/slideLayouts/slideLayout5.xml" Id="R07fca2adc50a4faa" /><Relationship Type="http://schemas.openxmlformats.org/officeDocument/2006/relationships/slideLayout" Target="/ppt/slideLayouts/slideLayout6.xml" Id="R77fff8dca23d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ad37664704f41"/>
    <p:sldLayoutId xmlns:r="http://schemas.openxmlformats.org/officeDocument/2006/relationships" id="2147483650" r:id="Rb6d653fc2f354802"/>
    <p:sldLayoutId xmlns:r="http://schemas.openxmlformats.org/officeDocument/2006/relationships" id="2147483651" r:id="R8a191d182ad74703"/>
    <p:sldLayoutId xmlns:r="http://schemas.openxmlformats.org/officeDocument/2006/relationships" id="2147483652" r:id="R237ff6feade34f98"/>
    <p:sldLayoutId xmlns:r="http://schemas.openxmlformats.org/officeDocument/2006/relationships" id="2147483653" r:id="R07fca2adc50a4faa"/>
    <p:sldLayoutId xmlns:r="http://schemas.openxmlformats.org/officeDocument/2006/relationships" id="2147483654" r:id="R77fff8dca23d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70b3f20b340f7" /><Relationship Type="http://schemas.openxmlformats.org/officeDocument/2006/relationships/notesSlide" Target="/ppt/notesSlides/notesSlide1.xml" Id="R4c4825daf9084b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0cd0bd7b0244ca" /><Relationship Type="http://schemas.openxmlformats.org/officeDocument/2006/relationships/chart" Target="/ppt/slides/charts/chart1.xml" Id="R30e6a6b9a8f449c4" /><Relationship Type="http://schemas.openxmlformats.org/officeDocument/2006/relationships/notesSlide" Target="/ppt/notesSlides/notesSlide2.xml" Id="Ra8ed6bfe694e48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0e91f5717b43b4" /><Relationship Type="http://schemas.openxmlformats.org/officeDocument/2006/relationships/chart" Target="/ppt/slides/charts/chart2.xml" Id="R8f4fac2b9ff6429e" /><Relationship Type="http://schemas.openxmlformats.org/officeDocument/2006/relationships/notesSlide" Target="/ppt/notesSlides/notesSlide3.xml" Id="Re52cff1d42be45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6bf69271f4ac1" /><Relationship Type="http://schemas.openxmlformats.org/officeDocument/2006/relationships/chart" Target="/ppt/slides/charts/chart3.xml" Id="R1d009318e6234dc2" /><Relationship Type="http://schemas.openxmlformats.org/officeDocument/2006/relationships/notesSlide" Target="/ppt/notesSlides/notesSlide4.xml" Id="R1322443151f345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554a79b09e49d8" /><Relationship Type="http://schemas.openxmlformats.org/officeDocument/2006/relationships/notesSlide" Target="/ppt/notesSlides/notesSlide5.xml" Id="R53c8e72024054a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1e98ae9f1343a4" /><Relationship Type="http://schemas.openxmlformats.org/officeDocument/2006/relationships/notesSlide" Target="/ppt/notesSlides/notesSlide6.xml" Id="R5a958c41dead44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e03b52a2240bc" /><Relationship Type="http://schemas.openxmlformats.org/officeDocument/2006/relationships/chart" Target="/ppt/slides/charts/chart4.xml" Id="R5cd14e0b05084d07" /><Relationship Type="http://schemas.openxmlformats.org/officeDocument/2006/relationships/notesSlide" Target="/ppt/notesSlides/notesSlide7.xml" Id="Raa639a35b43444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c922ba51845c4" /><Relationship Type="http://schemas.openxmlformats.org/officeDocument/2006/relationships/notesSlide" Target="/ppt/notesSlides/notesSlide8.xml" Id="R68fc5d9dd45b46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4ad5512604002" /><Relationship Type="http://schemas.openxmlformats.org/officeDocument/2006/relationships/notesSlide" Target="/ppt/notesSlides/notesSlide9.xml" Id="Rb90a1cf6f9d842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8dc0dd3524b94" /><Relationship Type="http://schemas.openxmlformats.org/officeDocument/2006/relationships/notesSlide" Target="/ppt/notesSlides/notesSlide10.xml" Id="R4697fc1caafa4a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66f729f1a45b3" /><Relationship Type="http://schemas.openxmlformats.org/officeDocument/2006/relationships/notesSlide" Target="/ppt/notesSlides/notesSlide11.xml" Id="R1950d224f40e40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d8d2744c94640" /><Relationship Type="http://schemas.openxmlformats.org/officeDocument/2006/relationships/notesSlide" Target="/ppt/notesSlides/notesSlide12.xml" Id="R7fdd84b731d14c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329e86cd643b9" /><Relationship Type="http://schemas.openxmlformats.org/officeDocument/2006/relationships/chart" Target="/ppt/slides/charts/chart5.xml" Id="R8293650975454b86" /><Relationship Type="http://schemas.openxmlformats.org/officeDocument/2006/relationships/notesSlide" Target="/ppt/notesSlides/notesSlide13.xml" Id="R2cc03db3819440d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 (3 × 60 s)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95A14-B9AC-4AE2-B714-2669A786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6B6FC-EB3C-4DDC-95C2-1DF53826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AF52B-1B94-4CB7-945A-A770C319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90A93-37A0-47B3-8F8A-0D4777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A0478-FD2D-4448-9E73-874FA706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2100175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F4E31-E540-40A3-938B-5FBC2CB3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F6402-95F9-4315-A342-752DBE51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F55DA-E542-46A8-B73B-BD874C25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3889F-B8A4-4DD4-998F-F00C22CB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B69265D-A747-4735-9C4A-7D4A71DE4092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e6a6b9a8f449c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D8A0C-1CE5-4359-8EC4-B673B034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81DF3-B212-476E-A640-EC48EEF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E9C07-3CC4-4368-8A9F-43C6A76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95CD6-0FCE-49EF-ADD4-216F131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E8926-201E-4C6F-94F5-54C22B0B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933839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2D11A-6758-4853-95B2-B00B9F44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38224-B567-4358-8E9A-F4CB924F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EA739-6BC5-4012-AC8D-083710CA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1E149-B51D-4FCC-8ADF-F346BBC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1C27D74-28F7-4D11-ACE2-B11BD4EDF00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4fac2b9ff6429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D0753-1231-4ECA-9470-1E020644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61F18-E809-4E5E-ADCE-D7CCFD81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78EE0-9AE0-45AF-A7CE-7646070C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69513-5227-47DA-9778-CCF6A44D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20DFB-6A3E-4F16-870B-479C1C3B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274108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DF920-7E28-46B6-B692-BD6BA14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C8EC7-AE73-483B-A414-10F26A31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0E319-27FB-40C2-B746-83F2F4B7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533C3-72F0-4167-A4D9-7FD0679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E2AC32A-627D-4CD3-AE79-B767DA16EE24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009318e6234d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92E57-8E67-4051-B84D-650A6D5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CFDC3-A420-4B78-B268-E465649A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10C8C-004E-45AA-8C33-9AC8073D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D03B6-9FA2-4143-A42F-4E56252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739820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16621C-318A-477D-8BFE-E14FA3FD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16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CE341-2F38-43D4-85B4-37D2CE7E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FDDBC-58C8-4B53-B248-3D45A9A7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F95F0-3E12-4CB6-8307-973D550F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306F8-DF50-4059-888E-89EB9CE5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91A14-A470-4303-BAA6-32429C1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E6E31-B3F6-42FB-B190-8095DFA2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6EC83-9386-4EB6-8A18-1E43DB8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11 sizes × 1,000 on Linux and bare metal; no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EEE7C-2C59-4A2E-AB0D-A0581332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7CCDD-D0B4-49BF-A794-B33B53C9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760F0-7A61-45F1-8152-A4978EEF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12580-E224-4C87-88E6-D0B8D4A6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B9E08-A89B-4A4D-872C-637F97C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2BE27-D009-49BB-AE96-8D6C80DD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128F0-762C-4683-9EEF-15D17BE3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7BA7C-E275-46A5-AD94-72C8668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F2B06-C8F2-45F1-B846-96B6994E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8E424-3770-4D24-BB2A-138ADB0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35DF90-5389-4748-9D8A-7EEAD674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F5258-59F1-4D51-87FB-FE847028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3AD56-7C27-4970-8F2C-154C5C13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7B164-8E28-4A81-8950-7F4B5819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9FA40-7EDD-4FB4-96A4-FE543D8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B9B1E-6964-4C9A-B151-4BB7134E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Shared contract and both sustained runners built; one-second Linux loopback smoke passes, sustained paired runs remain open.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47959-9A96-47F7-8FB8-A5955082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86AB4-6244-4CE2-9710-D603F5DB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9120D-A858-483C-8A6F-ADE4628D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7FED7-945A-4CF2-A913-B2C1DF97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ED7A3-C2FC-46D0-8ED1-4EC96034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5401A-0E1C-44A8-B573-9E61A2D0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BAE8D0-3C10-4793-9498-8D9E1F3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970B06-13F6-49CC-BAF2-AFC33D35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85EE2-ECB5-40B4-A13B-A389ADEB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068852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1E3EAD-2D9E-4F1E-B248-6B7ECC02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8C749-AC16-48ED-B79F-D263C22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C1C83-29F8-45D2-9656-D331AD1E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A5EFE-AA36-4121-8DAE-9B068B5F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4C766-A5A3-44BB-904C-410F412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D93A1-97D7-4CE6-999F-9E99ED7F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9C2CF-C0EF-4401-AB4D-0049428D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19503-FEBC-4E23-963B-734AB3E4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750C0-1E85-4A3C-97D7-535F517D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281C7-8040-401F-A80D-FA9E97B0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3AEC5-A9B6-458E-B682-732A736F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F7CFF-3279-4E18-83E3-D1E4C840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065E1-8B1B-43E5-900A-D220FCA1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30588-F337-4CD4-A7DD-5A9239E2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B210D-E7EC-4FB5-B114-386E1258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F3796-99AB-48AC-9818-2977D4D1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78F08-374F-4B52-85CE-6440C51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DC88A-A76D-4461-875D-357DE440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0F5F0-EEAC-4760-AEBD-C9455305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6243B-CC64-482A-A763-34B82013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74E00-7F31-46EE-80BD-AACDBEA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DCC76-28F4-46F7-A829-4C7D1D0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4BF68-9999-45C6-B968-859DB8F7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E9612-B18F-48D8-B88B-708BFBCD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61609-87C3-451C-9484-F03453F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E6581-D41C-49B8-A7B9-9D836021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1150364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7756F-73F2-4C4F-AF60-017F12CB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3BF8C-B5F8-47E8-AE9D-5DF862B6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19B8A-0F82-4E0D-826C-095E0379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4B0DD-D944-456A-8B2A-867F3AF8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C89D6EAF-566D-41AE-B77F-BB7F0BE1F618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d14e0b05084d0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0CC7D-8812-427E-A213-E3F4EDC3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D2507-389E-4B9B-BCFA-7DB825E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F94AB-20D9-45A1-B697-4456525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8B702-713C-4446-9980-7F09371D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243759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42185-16E0-4011-8513-4A0B039C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EE816-552D-4C5A-AE3A-608F9722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928-6462-4E1C-9E72-198ACF64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BB233-91B2-4463-9F12-3004E3AE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D574D-091B-4FDB-A979-96C40E0B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2B004-6613-407F-90C1-23918CD6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B03CF-FFCF-4CE5-A089-ED6C8458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DD721-8F01-4AF3-82FF-FEAD3100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7C902-6077-49CB-A799-C5F16363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6AB3E-4D16-4344-A95E-80F6C250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FD98F-CC51-41B3-AFFA-C562D58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AC052-18F5-43BF-A051-856B74B4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4911F6-C798-4267-BEAD-18126D8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A8584-8ECF-4A77-B7E1-28DFCD5C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DFE85-FC8F-450D-B082-90084D5A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6BC6F-F6F4-4B69-9BB9-F51A035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18FF9-C12B-402C-9B26-81055492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447245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EC548-E098-4EF3-96FC-78318B53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AED33-5764-4955-B8DB-32495FBA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CA493-B02E-421F-9A6D-06FB60DD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B748A-B41B-41A4-8A4E-DEB92B28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1AF2F-00E5-43FD-B6A6-4C5B15C3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84BF1-DED9-4988-B3FE-3A865CD9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CA7F4-A372-4C46-8191-83043209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FB204-D1E6-430F-9EDA-20EED84D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FE317-A15F-42A2-9785-FFA9626F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F2F5C-93AF-49BD-BF60-94B24257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8707A-AC40-47A7-97A0-20D49910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383775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2C111C-CD42-46D5-A1D4-9F32240B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79031-81A8-43B6-AC8F-69ED5C7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5738A-9266-489E-91DD-EE089490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B7549-3DA2-4FD0-8D32-2C59639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76A87-416A-403D-958C-EF64F11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81BD5-4D2A-4860-8FB5-30F6C21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CC11A-40BE-44BA-8BF9-977ADE82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D594D-5E83-438E-A57E-C014AEBB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0C327-5745-43D6-9964-1B64920B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4A204-27E1-4255-B935-83CDE36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B0A7A-FD1E-426E-ABF8-E3E7ECF8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626CC-264D-4AE5-820E-23DF5EE6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D401C-BAFA-4EF4-83DC-D5FBEFDB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6D4FA-5BD3-493E-B7CF-4D541631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C34D7-30E5-497C-BA78-279D26A3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276C5-491F-4A27-B285-EE8032F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118A9-FCCF-4162-B9C9-7171935D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713EC-741C-47AC-84CD-10EC2ADD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173F30-9B2F-4C1A-BEBE-A98A2FBD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90F39-EEFD-4BD2-BE67-B762D30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6976C-0426-4977-B5EE-FA36A7E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F9855-8A00-4A23-A62F-F7FE25EA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DFAE1-5B46-497F-96FC-A38C6DD4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F101B-1475-4069-9B9C-13EF3F3F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3302460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2528D7-831B-4C65-9AB3-6CC0E856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C7938-154A-4432-9E66-C08BAA6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F7215-3392-45DD-AD9B-021D03B1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A21F9-532D-492C-801F-4DB87295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10D9D-AB6B-4739-BE89-786C9E9F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AD566-DDD6-4C1D-878F-4C86E10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7A6D5-3ACB-4198-89DF-E2C4496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12D6A-7F3C-405B-A899-3FCAC27D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35598-225D-4E0B-B868-BAAA15C7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66805-FE0B-45AC-A123-C7CCEECE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3AC27-D764-4F16-AC9C-C0BB8DC4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CB0D7-A78A-4BAE-A767-11985D52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2492C-C284-4B0D-810F-30802957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7386A-D736-4858-853A-97E78B14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F5D8E-5AC1-4D9B-9795-F631C061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31297-FBBA-488C-AEB5-3C8411D7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9CA20-AE37-43C9-B63F-9A71D8E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E0F91-0F94-44F5-B2B3-63126169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27469-EFD4-469F-971B-AFE4D929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8E032-79AB-449D-976D-5B31AC89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28813-A521-465E-BE0B-0EEDA33F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74397-A65F-4A8C-BDF7-EF0B6C37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A3CA3-D852-411D-B216-280F5EC9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BA5EE-22A9-49A8-B4F7-239BFE5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598F4-4D07-4A8D-9D25-ADDCA69B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638895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D223E-9375-44EB-8E5B-DF57F8BC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87E56-A590-4CFF-A47E-4B3ACA0E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49905-7E2B-45F0-92B2-5B6DBF02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395E3-4824-485B-B8A2-8A0947D4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BE65F-94A6-4B74-A534-B428E9BF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08A3D-013A-497B-8F0E-803E1A8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60731-9D78-4A8C-AA39-5E01D81A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B6350-CF17-4B71-B399-B0CB54C5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1D944-F91F-4162-B11F-1489119F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D9397-B88F-4C4B-840C-8F57CFEF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CE344-680A-4FE0-A85F-FBB7C20B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ADA26-07F1-4201-87FD-8C45286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63D24-FC31-47CC-B997-161A693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7F582E-3490-4915-904E-07C47B1A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15169977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03010-9FD1-4955-8A34-7635FAD3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SUSTAINED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4F991-0201-4926-8BF9-12937A66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sustained results; bare-metal run remains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E5892-691D-4FF2-9994-7C45247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7FC63-ABA8-42DB-B020-9152B0EA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16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116591F-9647-4B3C-BE4D-A27732122A15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93650975454b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779D5-6980-4C75-A9A0-1AF37576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Linux: 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D8756-6944-44D5-8372-8A449E57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 payload sizes × three 60-second runs.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63B03-3960-4DCD-8A54-B90167D5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295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Median rate: 0.0578 MB/s (1 B) to 1.4949 MB/s (64 KiB).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180BC-1BC1-4C43-8DF3-A1D9B2EE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Bare-metal runner is built but not yet run. Paired comparison remains open.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9514F-124F-43F2-9383-3F43E3D8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B1A41-5EF8-4E63-9734-19C34FB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Next: execute the same 11-size × 3-repeat × 60-second plan on bare metal and pair the run manifests.</a:t>
            </a:r>
          </a:p>
        </p:txBody>
      </p:sp>
    </p:spTree>
    <p:extLst>
      <p:ext uri="{BB962C8B-B14F-4D97-AF65-F5344CB8AC3E}">
        <p14:creationId xmlns:p14="http://schemas.microsoft.com/office/powerpoint/2010/main" val="1698007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2026-10-16T22:59:12.6630000Z</dcterms:created>
  <dcterms:modified xsi:type="dcterms:W3CDTF">2026-10-16T22:59:12.6630000Z</dcterms:modified>
</coreProperties>
</file>