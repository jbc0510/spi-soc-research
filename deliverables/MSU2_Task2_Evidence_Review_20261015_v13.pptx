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08f7adfb1f4aaa" /><Relationship Type="http://schemas.openxmlformats.org/officeDocument/2006/relationships/extended-properties" Target="/docProps/app.xml" Id="Rc8fcca209f3c4e10" /><Relationship Type="http://schemas.openxmlformats.org/officeDocument/2006/relationships/officeDocument" Target="/ppt/presentation.xml" Id="Rf0839b9fdfaa4c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7c1a3f8ac04bbd"/>
  </p:sldMasterIdLst>
  <p:notesMasterIdLst>
    <p:notesMasterId xmlns:r="http://schemas.openxmlformats.org/officeDocument/2006/relationships" r:id="R172d0ddacd0e481e"/>
  </p:notesMasterIdLst>
  <p:sldIdLst>
    <p:sldId xmlns:r="http://schemas.openxmlformats.org/officeDocument/2006/relationships" id="256" r:id="R071c6657619e4616"/>
    <p:sldId xmlns:r="http://schemas.openxmlformats.org/officeDocument/2006/relationships" id="257" r:id="Re694c0d2158e4260"/>
    <p:sldId xmlns:r="http://schemas.openxmlformats.org/officeDocument/2006/relationships" id="258" r:id="Red37fafdcee14e8c"/>
    <p:sldId xmlns:r="http://schemas.openxmlformats.org/officeDocument/2006/relationships" id="259" r:id="R0678a64f6cea4159"/>
    <p:sldId xmlns:r="http://schemas.openxmlformats.org/officeDocument/2006/relationships" id="260" r:id="Rddcd11bc490b4845"/>
    <p:sldId xmlns:r="http://schemas.openxmlformats.org/officeDocument/2006/relationships" id="261" r:id="R0ae0b51d56404bf7"/>
    <p:sldId xmlns:r="http://schemas.openxmlformats.org/officeDocument/2006/relationships" id="262" r:id="R33ec6eb1efc147b9"/>
    <p:sldId xmlns:r="http://schemas.openxmlformats.org/officeDocument/2006/relationships" id="263" r:id="Ra9cf043499f14df8"/>
    <p:sldId xmlns:r="http://schemas.openxmlformats.org/officeDocument/2006/relationships" id="264" r:id="R72d51e8c139a44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5dc8d8b9414106" /><Relationship Type="http://schemas.openxmlformats.org/officeDocument/2006/relationships/slideMaster" Target="/ppt/slideMasters/slideMaster1.xml" Id="Rcb7c1a3f8ac04bbd" /><Relationship Type="http://schemas.openxmlformats.org/officeDocument/2006/relationships/notesMaster" Target="/ppt/notesMasters/notesMaster1.xml" Id="R172d0ddacd0e481e" /><Relationship Type="http://schemas.openxmlformats.org/officeDocument/2006/relationships/presProps" Target="/ppt/presProps.xml" Id="R6817289da8044bee" /><Relationship Type="http://schemas.openxmlformats.org/officeDocument/2006/relationships/tableStyles" Target="/ppt/tableStyles.xml" Id="R7d59a73bbc1d4271" /><Relationship Type="http://schemas.openxmlformats.org/officeDocument/2006/relationships/slide" Target="/ppt/slides/slide1.xml" Id="R071c6657619e4616" /><Relationship Type="http://schemas.openxmlformats.org/officeDocument/2006/relationships/slide" Target="/ppt/slides/slide2.xml" Id="Re694c0d2158e4260" /><Relationship Type="http://schemas.openxmlformats.org/officeDocument/2006/relationships/slide" Target="/ppt/slides/slide3.xml" Id="Red37fafdcee14e8c" /><Relationship Type="http://schemas.openxmlformats.org/officeDocument/2006/relationships/slide" Target="/ppt/slides/slide4.xml" Id="R0678a64f6cea4159" /><Relationship Type="http://schemas.openxmlformats.org/officeDocument/2006/relationships/slide" Target="/ppt/slides/slide5.xml" Id="Rddcd11bc490b4845" /><Relationship Type="http://schemas.openxmlformats.org/officeDocument/2006/relationships/slide" Target="/ppt/slides/slide6.xml" Id="R0ae0b51d56404bf7" /><Relationship Type="http://schemas.openxmlformats.org/officeDocument/2006/relationships/slide" Target="/ppt/slides/slide7.xml" Id="R33ec6eb1efc147b9" /><Relationship Type="http://schemas.openxmlformats.org/officeDocument/2006/relationships/slide" Target="/ppt/slides/slide8.xml" Id="Ra9cf043499f14df8" /><Relationship Type="http://schemas.openxmlformats.org/officeDocument/2006/relationships/slide" Target="/ppt/slides/slide9.xml" Id="R72d51e8c139a44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e7ba40b14b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02c34310af4b3f" /><Relationship Type="http://schemas.openxmlformats.org/officeDocument/2006/relationships/notesMaster" Target="/ppt/notesMasters/notesMaster1.xml" Id="Rc46898b46f06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03d71df8c41bd" /><Relationship Type="http://schemas.openxmlformats.org/officeDocument/2006/relationships/notesMaster" Target="/ppt/notesMasters/notesMaster1.xml" Id="Rad8ac3ebe5be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ea6f8401424302" /><Relationship Type="http://schemas.openxmlformats.org/officeDocument/2006/relationships/notesMaster" Target="/ppt/notesMasters/notesMaster1.xml" Id="Rab0bb7838bb648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bf010ceef4f3f" /><Relationship Type="http://schemas.openxmlformats.org/officeDocument/2006/relationships/notesMaster" Target="/ppt/notesMasters/notesMaster1.xml" Id="R5fbc044f637a45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362ca0e2b74b55" /><Relationship Type="http://schemas.openxmlformats.org/officeDocument/2006/relationships/notesMaster" Target="/ppt/notesMasters/notesMaster1.xml" Id="Ree95cf00f92642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a6c83aefbb4152" /><Relationship Type="http://schemas.openxmlformats.org/officeDocument/2006/relationships/notesMaster" Target="/ppt/notesMasters/notesMaster1.xml" Id="Rd97afa79953943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25e86bd2384bbf" /><Relationship Type="http://schemas.openxmlformats.org/officeDocument/2006/relationships/notesMaster" Target="/ppt/notesMasters/notesMaster1.xml" Id="R3eb585954d204a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bce134610a44c6" /><Relationship Type="http://schemas.openxmlformats.org/officeDocument/2006/relationships/notesMaster" Target="/ppt/notesMasters/notesMaster1.xml" Id="Rb8b0d064d1394e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2da4cef0d74704" /><Relationship Type="http://schemas.openxmlformats.org/officeDocument/2006/relationships/notesMaster" Target="/ppt/notesMasters/notesMaster1.xml" Id="R0de4b81bdade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23808023004c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66beefde546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072e48b3e45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85cb9e05c4d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a98b1ce3748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00095ef9a41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B2C2F3-59C5-4D8B-A9D4-3284456C7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3A903F-AD01-49D1-BE26-B9170731B6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9865BF-CC20-4826-8538-7636B81F9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66ABBB-7B59-40B2-8679-8F799A682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40A214-ECA6-4618-AB4C-7491A3C8D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7254FDD-D6AB-4288-A98B-1C08E04E9C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C4E9BE-CA80-43D7-86D4-1347EA0B2B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6FBF61-A60E-4735-9DB0-77E6D3194D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24BE55-0BE7-431D-9409-23E9C5FFD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5901D1-1E1C-4727-9716-96A309A2B6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91c926fba4df8" /><Relationship Type="http://schemas.openxmlformats.org/officeDocument/2006/relationships/slideLayout" Target="/ppt/slideLayouts/slideLayout1.xml" Id="R86d240d86ff54e36" /><Relationship Type="http://schemas.openxmlformats.org/officeDocument/2006/relationships/slideLayout" Target="/ppt/slideLayouts/slideLayout2.xml" Id="Rb4aad14e68194648" /><Relationship Type="http://schemas.openxmlformats.org/officeDocument/2006/relationships/slideLayout" Target="/ppt/slideLayouts/slideLayout3.xml" Id="R92bc225506b14aaf" /><Relationship Type="http://schemas.openxmlformats.org/officeDocument/2006/relationships/slideLayout" Target="/ppt/slideLayouts/slideLayout4.xml" Id="R9ff5ee3e2a484793" /><Relationship Type="http://schemas.openxmlformats.org/officeDocument/2006/relationships/slideLayout" Target="/ppt/slideLayouts/slideLayout5.xml" Id="R315562e32531401c" /><Relationship Type="http://schemas.openxmlformats.org/officeDocument/2006/relationships/slideLayout" Target="/ppt/slideLayouts/slideLayout6.xml" Id="R09e1be83927846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240d86ff54e36"/>
    <p:sldLayoutId xmlns:r="http://schemas.openxmlformats.org/officeDocument/2006/relationships" id="2147483650" r:id="Rb4aad14e68194648"/>
    <p:sldLayoutId xmlns:r="http://schemas.openxmlformats.org/officeDocument/2006/relationships" id="2147483651" r:id="R92bc225506b14aaf"/>
    <p:sldLayoutId xmlns:r="http://schemas.openxmlformats.org/officeDocument/2006/relationships" id="2147483652" r:id="R9ff5ee3e2a484793"/>
    <p:sldLayoutId xmlns:r="http://schemas.openxmlformats.org/officeDocument/2006/relationships" id="2147483653" r:id="R315562e32531401c"/>
    <p:sldLayoutId xmlns:r="http://schemas.openxmlformats.org/officeDocument/2006/relationships" id="2147483654" r:id="R09e1be83927846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ec87cf2f840ab" /><Relationship Type="http://schemas.openxmlformats.org/officeDocument/2006/relationships/notesSlide" Target="/ppt/notesSlides/notesSlide1.xml" Id="Rb6848cc3fc0b45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72473cf984875" /><Relationship Type="http://schemas.openxmlformats.org/officeDocument/2006/relationships/chart" Target="/ppt/slides/charts/chart1.xml" Id="R93a142226422429b" /><Relationship Type="http://schemas.openxmlformats.org/officeDocument/2006/relationships/notesSlide" Target="/ppt/notesSlides/notesSlide2.xml" Id="Ra360776729c649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47d605b7248fc" /><Relationship Type="http://schemas.openxmlformats.org/officeDocument/2006/relationships/chart" Target="/ppt/slides/charts/chart2.xml" Id="R6e1858ea83c0467d" /><Relationship Type="http://schemas.openxmlformats.org/officeDocument/2006/relationships/notesSlide" Target="/ppt/notesSlides/notesSlide3.xml" Id="Rfe603738eb09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ae0a3cb224acc" /><Relationship Type="http://schemas.openxmlformats.org/officeDocument/2006/relationships/chart" Target="/ppt/slides/charts/chart3.xml" Id="R8aab95ae29fa4327" /><Relationship Type="http://schemas.openxmlformats.org/officeDocument/2006/relationships/notesSlide" Target="/ppt/notesSlides/notesSlide4.xml" Id="R119e5f714db04a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6f75cd88d4423" /><Relationship Type="http://schemas.openxmlformats.org/officeDocument/2006/relationships/notesSlide" Target="/ppt/notesSlides/notesSlide5.xml" Id="Re8ffeb3e589440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ee74334c64c26" /><Relationship Type="http://schemas.openxmlformats.org/officeDocument/2006/relationships/notesSlide" Target="/ppt/notesSlides/notesSlide6.xml" Id="R2161096a7e934d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81fae27794f30" /><Relationship Type="http://schemas.openxmlformats.org/officeDocument/2006/relationships/chart" Target="/ppt/slides/charts/chart4.xml" Id="R828ab5e2487a4114" /><Relationship Type="http://schemas.openxmlformats.org/officeDocument/2006/relationships/notesSlide" Target="/ppt/notesSlides/notesSlide7.xml" Id="Rc1731e3309a44e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347b5deeb4fa3" /><Relationship Type="http://schemas.openxmlformats.org/officeDocument/2006/relationships/notesSlide" Target="/ppt/notesSlides/notesSlide8.xml" Id="R0011cec5ca004b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79c820e9342e6" /><Relationship Type="http://schemas.openxmlformats.org/officeDocument/2006/relationships/notesSlide" Target="/ppt/notesSlides/notesSlide9.xml" Id="R583984658abc4e4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D3799-6430-447A-8036-B826CD3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5ADF5-8977-4409-A5AE-8EF6DF5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9E387-9634-4827-80A9-2CE7342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59BC6-AF89-4A92-8C9F-97E1882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B6A37-137D-4B6B-A3B3-B30304C0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996317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59CC9-4770-4BA4-AA8B-C9A98332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FAFF6-5C1E-4723-A524-8B43D6E7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30431-6101-4F2B-89AA-DD618B37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C3B49-CFAB-4A58-97BA-EF09913A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8CF0E03-2A9C-46B4-AF8C-0C817472E54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a142226422429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72B45-F47D-4B14-B673-1BC61CCC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6DFE4-0864-4645-BE0E-B9EAB223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91921-669D-439B-BCFA-A71B1F6F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F6E89-6068-4128-B763-C2DDA4E6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25386-6DCD-4040-AFEF-E395A80D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401493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0DA48-23C0-497D-B4FB-66C5F2B7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488E1-4B75-4528-B871-15DF5DED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CD52E-8171-4BDA-B30D-64417EF6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00751-11D7-4F11-9BDF-16573AE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4A94277-3256-4D8E-BB89-2AF05E4137A1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1858ea83c0467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2544-A7E4-42F6-AAEC-0770D8E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8E77A-5317-4079-9856-2C7AA640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077B6-5578-4A1B-8FC8-6E0CF8D6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54F65-D519-41FB-8833-911BC9AD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4C2DF-2D4D-4AF0-9E3B-8C177DE9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524026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58E5F-F96A-4C01-A756-EDD9D72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C0C87-4E13-49CB-96B4-E225D0AC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C2AD-AED1-40A3-9F49-B366F38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AA03F-4C00-46EA-AC3C-2356887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FD279F0-6343-48A6-BC02-1CCDC6BF128A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ab95ae29fa432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FE35D-89DB-4F67-9AD6-6A69F219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42643-7BC5-4A0D-9E49-E442E47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6BA03-71C2-4D0A-B542-ECA85F6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BC7C6-06B8-4455-BD0C-D6E2F56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001997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69AB2-4094-4241-B614-A6609DE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DF334-1983-49EE-87E4-EED7E58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86A9F-566A-4FA1-972A-F792E2C6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0B30D-4E2A-4DFC-AA2B-E718DAD2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F2850-01F0-4E2C-A612-4AC889E4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91121-477D-41AE-962E-6F53318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FE317-8BE6-420A-B69C-E55C1B41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644E7-359A-43F5-986C-B73EB7D6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6BF7A-DB45-47F4-86E8-453BCE11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49FB1-C6FA-46B8-8D4C-1000DEE3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94712-86A1-4BC8-860A-DB393CD4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92894-088F-4A48-829F-49C325A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B7FB3-489F-40E7-B2C6-064A44B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D97BD-060E-4005-9EBA-E4A91BA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37255-7C09-43D2-B349-7B69D0E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4E142-8B6A-41AE-9FB3-A8031C8F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A8D6A-35A7-4D52-A3AC-4F092227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0D269-7731-43AD-905D-95B7E8D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EB521-BCF1-480C-8986-2774221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EA7E2-D6B4-4A78-89DB-1275FD33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1322A-CD1B-488B-BAFB-C7054573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119508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3365B-36DF-40D4-8911-FF7CE86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BBBA1-35C2-4277-B5A3-23BAD26A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718FD-4F96-4C9F-A164-883C48D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A280F-5C52-4C54-83D7-3DBA209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1EFD2-293E-4C59-BD6A-D8600205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3BF99-AB64-40B7-AA1F-D3672C27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613D3-AD76-47E3-9FB4-FD54B1A5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F3D9A-595E-4D83-9DEC-90F4A277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7CC41-6587-4C4F-AA4D-BD4214B4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EFE16-3DB5-4449-9C06-DDDAB62C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CE69C-96B5-4F93-9325-4C0AE5C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DA01D-4845-43D3-978C-45A80FA0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94A4E-4D5A-4984-8667-217A3CF7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C4EAE-1682-4751-A233-8A156151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B8402-7060-4A53-80B9-2DEA68F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0B321-BC79-4686-B7DB-2370A8AF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2AF96-11D8-4A9A-BF9F-DEC7A68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5730D-1C6F-4123-9D8D-80CD7BC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1ADD4-4659-4E20-AC2D-D7A6C905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465AA-2A93-4D45-AECD-12A0CE9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45FFC-5BCC-4089-9EFC-6E2D062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BE5E3-5947-4C08-909A-BAC8691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635C4-C2FC-4535-9E7F-658B792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F17F0-4E92-4B85-BF8A-FC508220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60544-1227-4218-B976-C42CD9AC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04F2F-5948-4399-A08C-785D79FF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11308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25A59-E472-44E6-866F-2C0CED3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FAE20-828D-487F-8759-F046FE5A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4949D-09C0-4B93-8E19-C43D4A5D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8B77A-0D08-4C4D-A31B-3446B2E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242A5D3-7FBF-4925-9B0D-E37AFC4653D0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8ab5e2487a411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B99AB-A153-4862-A510-2BF7ECD1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D9BB4-9FE8-4C63-B192-7187C53F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82898-F7F8-4C1B-8911-A731E342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441C-58FB-4816-A7DC-7CAD8AC9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228660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CF465-EE7F-43BF-AEFE-BB344F98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677A8-E00B-48B5-B0AC-9F14E531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733BB-E36D-448F-B512-B7FE845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49B80-5EDA-4DC0-AB14-8440099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4C21F-7694-4BB8-871A-FCA8A52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75A96-E98E-4C45-9CA7-15B70922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3690F-F7D3-41D4-8C07-D292C80B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40B07-0ACF-41A2-A3F4-310FFE85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03B7C-D26B-4351-8AF8-AB2574DB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A95BF-9306-4992-B14C-1681481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B48D3-6FE9-4249-AEA1-A49BCD2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17590-4021-4D74-99BD-48BD0EF7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CCEC0-6912-4F0C-8930-E1814FAF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4BE63-9772-434D-9D19-7C68328B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939F2-916D-4275-ADE3-5BC8BC4D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CE3A5-19A6-406F-85F7-F6EC3C7D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86355-2475-47FA-B4D2-8861107D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75611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035AE-C757-4F75-9886-A01981DA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85FC2-650E-4009-9395-BBB5B6D9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A735A-4B2B-4701-BB56-EA2CE328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CEBF2-2EEB-4EE0-BF56-86D608D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049BF-0FED-4B61-A72F-B2863BB3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D6DB1-36F8-4CAE-9F33-CBC7041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2D50A-4F18-4AFC-A785-57E0BF04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A628F-3827-4A69-B802-064555A3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88272-D0AC-4A3D-B491-AA516DAF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37E35-B7B6-4F9D-B70C-5705DB3F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503BD-9680-41AC-B14A-986013E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268922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2026-10-15T17:32:00.8760000Z</dcterms:created>
  <dcterms:modified xsi:type="dcterms:W3CDTF">2026-10-15T17:32:00.8760000Z</dcterms:modified>
</coreProperties>
</file>