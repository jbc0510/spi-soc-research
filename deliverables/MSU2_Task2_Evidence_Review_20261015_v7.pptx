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d732c9d26c409e" /><Relationship Type="http://schemas.openxmlformats.org/officeDocument/2006/relationships/extended-properties" Target="/docProps/app.xml" Id="R12c88d0f1c414956" /><Relationship Type="http://schemas.openxmlformats.org/officeDocument/2006/relationships/officeDocument" Target="/ppt/presentation.xml" Id="Rbbf4b341a3d9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d6e13dd34470d"/>
  </p:sldMasterIdLst>
  <p:notesMasterIdLst>
    <p:notesMasterId xmlns:r="http://schemas.openxmlformats.org/officeDocument/2006/relationships" r:id="Re048d6cb5b2d4a4d"/>
  </p:notesMasterIdLst>
  <p:sldIdLst>
    <p:sldId xmlns:r="http://schemas.openxmlformats.org/officeDocument/2006/relationships" id="256" r:id="R9c2ea0476d2d494c"/>
    <p:sldId xmlns:r="http://schemas.openxmlformats.org/officeDocument/2006/relationships" id="257" r:id="Rd2b4a1b1b88c492a"/>
    <p:sldId xmlns:r="http://schemas.openxmlformats.org/officeDocument/2006/relationships" id="258" r:id="R0dd8914084994d02"/>
    <p:sldId xmlns:r="http://schemas.openxmlformats.org/officeDocument/2006/relationships" id="259" r:id="R5bfb430f153641b6"/>
    <p:sldId xmlns:r="http://schemas.openxmlformats.org/officeDocument/2006/relationships" id="260" r:id="R9f2cd4f62c204208"/>
    <p:sldId xmlns:r="http://schemas.openxmlformats.org/officeDocument/2006/relationships" id="261" r:id="Rd3ae0aa1fa9941d0"/>
    <p:sldId xmlns:r="http://schemas.openxmlformats.org/officeDocument/2006/relationships" id="262" r:id="R974039456e8d4fe9"/>
    <p:sldId xmlns:r="http://schemas.openxmlformats.org/officeDocument/2006/relationships" id="263" r:id="R34871268097f49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c04472d874c5e" /><Relationship Type="http://schemas.openxmlformats.org/officeDocument/2006/relationships/slideMaster" Target="/ppt/slideMasters/slideMaster1.xml" Id="R448d6e13dd34470d" /><Relationship Type="http://schemas.openxmlformats.org/officeDocument/2006/relationships/notesMaster" Target="/ppt/notesMasters/notesMaster1.xml" Id="Re048d6cb5b2d4a4d" /><Relationship Type="http://schemas.openxmlformats.org/officeDocument/2006/relationships/presProps" Target="/ppt/presProps.xml" Id="R4be8b2eebbd24f37" /><Relationship Type="http://schemas.openxmlformats.org/officeDocument/2006/relationships/tableStyles" Target="/ppt/tableStyles.xml" Id="Rde80e277e04548d3" /><Relationship Type="http://schemas.openxmlformats.org/officeDocument/2006/relationships/slide" Target="/ppt/slides/slide1.xml" Id="R9c2ea0476d2d494c" /><Relationship Type="http://schemas.openxmlformats.org/officeDocument/2006/relationships/slide" Target="/ppt/slides/slide2.xml" Id="Rd2b4a1b1b88c492a" /><Relationship Type="http://schemas.openxmlformats.org/officeDocument/2006/relationships/slide" Target="/ppt/slides/slide3.xml" Id="R0dd8914084994d02" /><Relationship Type="http://schemas.openxmlformats.org/officeDocument/2006/relationships/slide" Target="/ppt/slides/slide4.xml" Id="R5bfb430f153641b6" /><Relationship Type="http://schemas.openxmlformats.org/officeDocument/2006/relationships/slide" Target="/ppt/slides/slide5.xml" Id="R9f2cd4f62c204208" /><Relationship Type="http://schemas.openxmlformats.org/officeDocument/2006/relationships/slide" Target="/ppt/slides/slide6.xml" Id="Rd3ae0aa1fa9941d0" /><Relationship Type="http://schemas.openxmlformats.org/officeDocument/2006/relationships/slide" Target="/ppt/slides/slide7.xml" Id="R974039456e8d4fe9" /><Relationship Type="http://schemas.openxmlformats.org/officeDocument/2006/relationships/slide" Target="/ppt/slides/slide8.xml" Id="R34871268097f49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3c6ff34a5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df19177fe49f5" /><Relationship Type="http://schemas.openxmlformats.org/officeDocument/2006/relationships/notesMaster" Target="/ppt/notesMasters/notesMaster1.xml" Id="Ra0f2b20c985c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e95a9723c4bcd" /><Relationship Type="http://schemas.openxmlformats.org/officeDocument/2006/relationships/notesMaster" Target="/ppt/notesMasters/notesMaster1.xml" Id="Rdd764353e33246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8ee406ed9d4a1d" /><Relationship Type="http://schemas.openxmlformats.org/officeDocument/2006/relationships/notesMaster" Target="/ppt/notesMasters/notesMaster1.xml" Id="R83a4caf971a3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bc43f844704e3e" /><Relationship Type="http://schemas.openxmlformats.org/officeDocument/2006/relationships/notesMaster" Target="/ppt/notesMasters/notesMaster1.xml" Id="Rf6ea449acca74f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cab15f48ca4838" /><Relationship Type="http://schemas.openxmlformats.org/officeDocument/2006/relationships/notesMaster" Target="/ppt/notesMasters/notesMaster1.xml" Id="Ra28599fec1a94f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05b36c9e345ba" /><Relationship Type="http://schemas.openxmlformats.org/officeDocument/2006/relationships/notesMaster" Target="/ppt/notesMasters/notesMaster1.xml" Id="R597cdd39a78245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3b7a2de4524ea3" /><Relationship Type="http://schemas.openxmlformats.org/officeDocument/2006/relationships/notesMaster" Target="/ppt/notesMasters/notesMaster1.xml" Id="Ra1c8c0ad405841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8e9300828c462c" /><Relationship Type="http://schemas.openxmlformats.org/officeDocument/2006/relationships/notesMaster" Target="/ppt/notesMasters/notesMaster1.xml" Id="R195a8461a756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a4429f24042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b2903304449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dfc4a7db84e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f32ee61f444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f33ac68ea46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fa5e17c6f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E32D6-CB85-4256-9FCE-93E5F1E98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AE9151-7B7E-4217-8519-0AF1173261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827939-66D9-411A-A22D-CFF6D874D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AE46E-1B3E-44C0-8E7D-F9228842B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856479-8E54-4E9F-96CB-811F634A21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4BADE4-0344-45D1-A580-362CB7487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BF8352-E204-4E6B-80FA-4A17D9441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D24491-3CA5-4FBA-AC74-2ACF497173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879A89-D635-44E7-9CC4-93AA99180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EC9E3F-7B85-49D1-B4EA-6A68D09C6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0a09b8e8b24052" /><Relationship Type="http://schemas.openxmlformats.org/officeDocument/2006/relationships/slideLayout" Target="/ppt/slideLayouts/slideLayout1.xml" Id="Ra2ae636c320149c8" /><Relationship Type="http://schemas.openxmlformats.org/officeDocument/2006/relationships/slideLayout" Target="/ppt/slideLayouts/slideLayout2.xml" Id="R0d97f11d310e4601" /><Relationship Type="http://schemas.openxmlformats.org/officeDocument/2006/relationships/slideLayout" Target="/ppt/slideLayouts/slideLayout3.xml" Id="R8843eef862ad4b34" /><Relationship Type="http://schemas.openxmlformats.org/officeDocument/2006/relationships/slideLayout" Target="/ppt/slideLayouts/slideLayout4.xml" Id="R9fc1df1ab22944d6" /><Relationship Type="http://schemas.openxmlformats.org/officeDocument/2006/relationships/slideLayout" Target="/ppt/slideLayouts/slideLayout5.xml" Id="Refec61fc77b44b2b" /><Relationship Type="http://schemas.openxmlformats.org/officeDocument/2006/relationships/slideLayout" Target="/ppt/slideLayouts/slideLayout6.xml" Id="Red7dd94687ae45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e636c320149c8"/>
    <p:sldLayoutId xmlns:r="http://schemas.openxmlformats.org/officeDocument/2006/relationships" id="2147483650" r:id="R0d97f11d310e4601"/>
    <p:sldLayoutId xmlns:r="http://schemas.openxmlformats.org/officeDocument/2006/relationships" id="2147483651" r:id="R8843eef862ad4b34"/>
    <p:sldLayoutId xmlns:r="http://schemas.openxmlformats.org/officeDocument/2006/relationships" id="2147483652" r:id="R9fc1df1ab22944d6"/>
    <p:sldLayoutId xmlns:r="http://schemas.openxmlformats.org/officeDocument/2006/relationships" id="2147483653" r:id="Refec61fc77b44b2b"/>
    <p:sldLayoutId xmlns:r="http://schemas.openxmlformats.org/officeDocument/2006/relationships" id="2147483654" r:id="Red7dd94687ae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8eb1a9db94e3e" /><Relationship Type="http://schemas.openxmlformats.org/officeDocument/2006/relationships/notesSlide" Target="/ppt/notesSlides/notesSlide1.xml" Id="Ref7d23c9efe5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3e427a2294eaf" /><Relationship Type="http://schemas.openxmlformats.org/officeDocument/2006/relationships/chart" Target="/ppt/slides/charts/chart1.xml" Id="R83addec5b13f46f0" /><Relationship Type="http://schemas.openxmlformats.org/officeDocument/2006/relationships/notesSlide" Target="/ppt/notesSlides/notesSlide2.xml" Id="R7e2d4387fdc6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bacb9aa5d402b" /><Relationship Type="http://schemas.openxmlformats.org/officeDocument/2006/relationships/chart" Target="/ppt/slides/charts/chart2.xml" Id="R1bb5be09dc0d4406" /><Relationship Type="http://schemas.openxmlformats.org/officeDocument/2006/relationships/notesSlide" Target="/ppt/notesSlides/notesSlide3.xml" Id="R637558cc0b1a4c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a8eff2b15440a" /><Relationship Type="http://schemas.openxmlformats.org/officeDocument/2006/relationships/chart" Target="/ppt/slides/charts/chart3.xml" Id="R1f2c079d178442c5" /><Relationship Type="http://schemas.openxmlformats.org/officeDocument/2006/relationships/notesSlide" Target="/ppt/notesSlides/notesSlide4.xml" Id="R2232a1209b97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b1007bd0a45d6" /><Relationship Type="http://schemas.openxmlformats.org/officeDocument/2006/relationships/notesSlide" Target="/ppt/notesSlides/notesSlide5.xml" Id="Reb34ff89c60648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f0ee73af254145" /><Relationship Type="http://schemas.openxmlformats.org/officeDocument/2006/relationships/notesSlide" Target="/ppt/notesSlides/notesSlide6.xml" Id="R28c28acb794745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bcfa3b378457d" /><Relationship Type="http://schemas.openxmlformats.org/officeDocument/2006/relationships/chart" Target="/ppt/slides/charts/chart4.xml" Id="Ra754aa4306a8401c" /><Relationship Type="http://schemas.openxmlformats.org/officeDocument/2006/relationships/notesSlide" Target="/ppt/notesSlides/notesSlide7.xml" Id="Rf65b5974c2b94c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ef802078b4e08" /><Relationship Type="http://schemas.openxmlformats.org/officeDocument/2006/relationships/notesSlide" Target="/ppt/notesSlides/notesSlide8.xml" Id="R3515f8b04e9c4c1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0F169-E62B-4172-B9A6-254A832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76A50-7C8C-43C8-9F80-C185AA69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54DB8-77CC-4924-81E1-263081D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0297A-6FDD-43F3-8874-2F6125C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BFA10-33E2-4AAD-8809-A21F8F89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50182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36F07-401F-4A1B-AD6B-C3B6FDA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D02CA-979B-45AA-8520-9FB14D07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EA779-8EB2-4B8E-89DC-4F07D0F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AE469-09E6-458F-8520-1E64439F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640B21B-84B4-44A9-952D-2D3829A5407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addec5b13f46f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85814-2B65-4225-BD9D-97AEB71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33E8E-AB88-40A4-9493-8871116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CF3B-60FD-4E27-BDFA-2DFBEDA0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FE41A-88A7-4A97-AF0F-8620BA90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D345D-1D6B-42D8-8D23-1161B4D4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296611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0B176-D8B3-4EE2-B753-C04BB3B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187FA-57CD-4DF4-A9BC-B053EDC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9F560-3012-4A74-9FA8-D7D893EF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D0D43-C565-474F-92D0-2FB0534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9FBA4D8-59F1-4437-810C-C31C733B0667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b5be09dc0d440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C4796-8E11-4213-B5BB-A1ADE35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8CA8B-8F8F-48C7-9EB6-74620FD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57D31-038A-42E4-895A-961A58B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1EE53-50B4-47D2-B8BE-5AA10547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DC886-62D4-443C-9622-02C947C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8388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FA10A-47A3-47D4-9E6D-00AB0E7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985C5-C881-48A6-B81A-328B5A9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E8C58-A29E-4767-ABAB-FE91D85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B7136-E914-4C1C-A2F1-313D16B8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6CB1CC6-E119-4D92-B277-8D434EA60C5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2c079d178442c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A7879-3187-44B0-B88F-62F1326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44,000 timed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432A8-754C-40BC-852D-2C47BF6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reported transfer errors across the four Linux frequency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ED406-455D-404E-8F4A-C55B13B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A963-8528-4E66-9321-4FF8986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2093494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AADC0-1019-41CF-8CD4-751C55D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E860-DB76-483B-9444-9F433E9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C1A9D-5EE8-49B9-A27E-7ADB6F79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2E89F-F9A5-44D9-8BCD-86BE6C1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6D4A5-452A-4D85-B4C6-845479F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86FB4-0EFC-43AA-90F7-4FA1CFC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E510E-BE79-45D4-8451-9F7383C5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CF5D2-9988-466C-9FBD-C5D3130B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3F33C-BEED-458F-8DC0-7016030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3EA3C-6772-4406-A262-2E745192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305EF-05CC-4288-B4FD-9B04257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6B2D1-6AEE-4D8F-B620-9B5A501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18622-0C2C-43E3-B539-9939F7B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AF798-F89A-4429-8227-FF0C9A7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79622-108D-420B-B0AF-3B93849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0B9B0-2F1C-49FF-AE4B-B6323C9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52713-3D1A-4E1D-8953-97A9A6F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019BF-24D3-4F85-A7F4-AC7084C5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5FCAF-2FCF-40A7-8B1A-9845E5B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030B6-666E-467A-9211-5DA882B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58315-B28F-44C9-9573-91955E3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815461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7341D-198F-4F65-8AA5-99EF664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49EA8-948E-413B-8F55-FE9DAC1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7031C-50A3-47C6-B7B3-4623966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DC95B-CB31-45B9-A315-A601C5F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9B122-0247-439A-A443-9F7CD89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56B3B-6B70-4084-97BD-2BE1C2D3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E369F-5C3D-4755-B9EC-BE242CA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E2DB9-FAF5-4BDE-B8FB-68963300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29634-D787-478B-AA41-AD80E9DB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5CDEC-262A-4C1D-9281-784B7CB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D5EA3-9868-4177-9FDD-97B15D2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7D352-BEE9-46E9-BD6F-43468D03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6CBCE-41DF-499A-ACED-87F7B16E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95F91-6A7D-4450-A2CE-AAB715B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3552F-8599-489E-A7E4-FE3E313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E0C48-21BE-42F7-A3E9-D95CC9E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15ECB-A80D-42DA-B4E6-9DFE86A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817D1-87FE-43FF-A51C-0DB7441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706A2-4C9B-42B4-BFFC-1E08445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BE0A0-9E77-472A-82CB-743C237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B867D-C3F3-451D-BD1A-4349B85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26598-4371-4AAB-A1E5-B1FE2C0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3F56A-B580-4BBF-8971-17D07C3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EB431-3A6A-46DA-8892-8E3501E2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7DFF5-A22A-4BDB-B227-00F7CD94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950730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278AD-D74A-48C4-9AB7-8402DC6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43F2B-98F4-4CBB-8168-ADDDEFF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E5962-D06F-412D-86BE-160F6F5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03A5-A928-4248-9187-8F4CCB94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A253D29-42AA-41ED-8BBF-436B320F813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54aa4306a840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A619-849A-48AD-A9C0-6BCC787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E10E-B92A-4F04-942E-418920C7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E2CA8-DA3A-435D-AEF4-7064CB52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2C6EC-278B-4618-BEEE-F2598F8B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829683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18679-6303-4245-9D11-4AB91B1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651D7-A50C-436D-8D7D-1FF973E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2024C-F412-4155-AFA7-298C7CE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9293A-9C8E-43B9-9777-9B79D331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77344-ABAE-4EEE-B3BE-453B0F6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1EA56-A53A-4281-82B5-10E50F0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8851-1C0F-4092-B221-7F78A06E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27AE1-8C5E-4BFE-9759-7F5D378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5A067-37D3-4CF7-BB12-E821DC4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9362-A23B-4566-AA3C-BF0D61D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F6E3F-2746-4A61-97F2-E2CDD5D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B4D98-55DB-4BCE-814E-B192CE3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3E8C7-2B7C-428B-80DC-AA1F538B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E4F2A-5DAC-4FC0-A06E-A79FA3D9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A5938-F5BE-409F-A0AD-AF42C04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BBEB3-A9FA-452A-AB22-C8A8C94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923C8-2210-4800-BB60-39ED2838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442867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2026-10-15T15:53:10.1360000Z</dcterms:created>
  <dcterms:modified xsi:type="dcterms:W3CDTF">2026-10-15T15:53:10.1360000Z</dcterms:modified>
</coreProperties>
</file>