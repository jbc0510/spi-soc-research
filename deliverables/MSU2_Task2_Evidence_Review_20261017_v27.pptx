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3534aeafd546e0" /><Relationship Type="http://schemas.openxmlformats.org/officeDocument/2006/relationships/extended-properties" Target="/docProps/app.xml" Id="R77a20a8df0c248bc" /><Relationship Type="http://schemas.openxmlformats.org/officeDocument/2006/relationships/officeDocument" Target="/ppt/presentation.xml" Id="Rb0b85f0d8bbb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241d4651c74bde"/>
  </p:sldMasterIdLst>
  <p:notesMasterIdLst>
    <p:notesMasterId xmlns:r="http://schemas.openxmlformats.org/officeDocument/2006/relationships" r:id="R5fd86c75a4fe432f"/>
  </p:notesMasterIdLst>
  <p:sldIdLst>
    <p:sldId xmlns:r="http://schemas.openxmlformats.org/officeDocument/2006/relationships" id="256" r:id="R1bd0a58c95e642be"/>
    <p:sldId xmlns:r="http://schemas.openxmlformats.org/officeDocument/2006/relationships" id="257" r:id="Rfd593f30310741f5"/>
    <p:sldId xmlns:r="http://schemas.openxmlformats.org/officeDocument/2006/relationships" id="258" r:id="R357395c1e687441a"/>
    <p:sldId xmlns:r="http://schemas.openxmlformats.org/officeDocument/2006/relationships" id="259" r:id="R6bb076e0137e4a0a"/>
    <p:sldId xmlns:r="http://schemas.openxmlformats.org/officeDocument/2006/relationships" id="260" r:id="R9051359678f4410f"/>
    <p:sldId xmlns:r="http://schemas.openxmlformats.org/officeDocument/2006/relationships" id="261" r:id="R4e6d69e4590340c7"/>
    <p:sldId xmlns:r="http://schemas.openxmlformats.org/officeDocument/2006/relationships" id="262" r:id="Rd731630b5d214e7c"/>
    <p:sldId xmlns:r="http://schemas.openxmlformats.org/officeDocument/2006/relationships" id="263" r:id="Rb4189604a11b4722"/>
    <p:sldId xmlns:r="http://schemas.openxmlformats.org/officeDocument/2006/relationships" id="264" r:id="R9a2940829d254562"/>
    <p:sldId xmlns:r="http://schemas.openxmlformats.org/officeDocument/2006/relationships" id="265" r:id="Reb55f83f228e41a1"/>
    <p:sldId xmlns:r="http://schemas.openxmlformats.org/officeDocument/2006/relationships" id="266" r:id="R489f31dc981d4b87"/>
    <p:sldId xmlns:r="http://schemas.openxmlformats.org/officeDocument/2006/relationships" id="267" r:id="Rc77cde8eee374f6a"/>
    <p:sldId xmlns:r="http://schemas.openxmlformats.org/officeDocument/2006/relationships" id="268" r:id="R4e6f9004ab124ed6"/>
    <p:sldId xmlns:r="http://schemas.openxmlformats.org/officeDocument/2006/relationships" id="269" r:id="R4b29ff65fc3240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0cbe1ba3f34f14" /><Relationship Type="http://schemas.openxmlformats.org/officeDocument/2006/relationships/slideMaster" Target="/ppt/slideMasters/slideMaster1.xml" Id="R84241d4651c74bde" /><Relationship Type="http://schemas.openxmlformats.org/officeDocument/2006/relationships/notesMaster" Target="/ppt/notesMasters/notesMaster1.xml" Id="R5fd86c75a4fe432f" /><Relationship Type="http://schemas.openxmlformats.org/officeDocument/2006/relationships/presProps" Target="/ppt/presProps.xml" Id="Rdcf7afcf04bf40ac" /><Relationship Type="http://schemas.openxmlformats.org/officeDocument/2006/relationships/tableStyles" Target="/ppt/tableStyles.xml" Id="Rdff1e535806a4153" /><Relationship Type="http://schemas.openxmlformats.org/officeDocument/2006/relationships/slide" Target="/ppt/slides/slide1.xml" Id="R1bd0a58c95e642be" /><Relationship Type="http://schemas.openxmlformats.org/officeDocument/2006/relationships/slide" Target="/ppt/slides/slide2.xml" Id="Rfd593f30310741f5" /><Relationship Type="http://schemas.openxmlformats.org/officeDocument/2006/relationships/slide" Target="/ppt/slides/slide3.xml" Id="R357395c1e687441a" /><Relationship Type="http://schemas.openxmlformats.org/officeDocument/2006/relationships/slide" Target="/ppt/slides/slide4.xml" Id="R6bb076e0137e4a0a" /><Relationship Type="http://schemas.openxmlformats.org/officeDocument/2006/relationships/slide" Target="/ppt/slides/slide5.xml" Id="R9051359678f4410f" /><Relationship Type="http://schemas.openxmlformats.org/officeDocument/2006/relationships/slide" Target="/ppt/slides/slide6.xml" Id="R4e6d69e4590340c7" /><Relationship Type="http://schemas.openxmlformats.org/officeDocument/2006/relationships/slide" Target="/ppt/slides/slide7.xml" Id="Rd731630b5d214e7c" /><Relationship Type="http://schemas.openxmlformats.org/officeDocument/2006/relationships/slide" Target="/ppt/slides/slide8.xml" Id="Rb4189604a11b4722" /><Relationship Type="http://schemas.openxmlformats.org/officeDocument/2006/relationships/slide" Target="/ppt/slides/slide9.xml" Id="R9a2940829d254562" /><Relationship Type="http://schemas.openxmlformats.org/officeDocument/2006/relationships/slide" Target="/ppt/slides/slide10.xml" Id="Reb55f83f228e41a1" /><Relationship Type="http://schemas.openxmlformats.org/officeDocument/2006/relationships/slide" Target="/ppt/slides/slide11.xml" Id="R489f31dc981d4b87" /><Relationship Type="http://schemas.openxmlformats.org/officeDocument/2006/relationships/slide" Target="/ppt/slides/slide12.xml" Id="Rc77cde8eee374f6a" /><Relationship Type="http://schemas.openxmlformats.org/officeDocument/2006/relationships/slide" Target="/ppt/slides/slide13.xml" Id="R4e6f9004ab124ed6" /><Relationship Type="http://schemas.openxmlformats.org/officeDocument/2006/relationships/slide" Target="/ppt/slides/slide14.xml" Id="R4b29ff65fc3240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2473d8a2a6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b88086a0c47ee" /><Relationship Type="http://schemas.openxmlformats.org/officeDocument/2006/relationships/notesMaster" Target="/ppt/notesMasters/notesMaster1.xml" Id="R418701e2228f42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e965a3d48045b0" /><Relationship Type="http://schemas.openxmlformats.org/officeDocument/2006/relationships/notesMaster" Target="/ppt/notesMasters/notesMaster1.xml" Id="Rb42e22eb4e2a4d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fb53ba837c42e0" /><Relationship Type="http://schemas.openxmlformats.org/officeDocument/2006/relationships/notesMaster" Target="/ppt/notesMasters/notesMaster1.xml" Id="R3ffcb877d8f4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67157250c94de8" /><Relationship Type="http://schemas.openxmlformats.org/officeDocument/2006/relationships/notesMaster" Target="/ppt/notesMasters/notesMaster1.xml" Id="R5121baa7c3ca43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9bd10d288c45b4" /><Relationship Type="http://schemas.openxmlformats.org/officeDocument/2006/relationships/notesMaster" Target="/ppt/notesMasters/notesMaster1.xml" Id="R1f131970dcc547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20507111a403c" /><Relationship Type="http://schemas.openxmlformats.org/officeDocument/2006/relationships/notesMaster" Target="/ppt/notesMasters/notesMaster1.xml" Id="R3202faa1fea54f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361785d9964000" /><Relationship Type="http://schemas.openxmlformats.org/officeDocument/2006/relationships/notesMaster" Target="/ppt/notesMasters/notesMaster1.xml" Id="Rcdae12239ba44c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bd98ac04f14cf5" /><Relationship Type="http://schemas.openxmlformats.org/officeDocument/2006/relationships/notesMaster" Target="/ppt/notesMasters/notesMaster1.xml" Id="Ra661427f3b614d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5fa0cae7f14a5b" /><Relationship Type="http://schemas.openxmlformats.org/officeDocument/2006/relationships/notesMaster" Target="/ppt/notesMasters/notesMaster1.xml" Id="Rd1bc29d238ee42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1ca4ec87e343a3" /><Relationship Type="http://schemas.openxmlformats.org/officeDocument/2006/relationships/notesMaster" Target="/ppt/notesMasters/notesMaster1.xml" Id="R6041d98d915646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4bb539c5fb4d45" /><Relationship Type="http://schemas.openxmlformats.org/officeDocument/2006/relationships/notesMaster" Target="/ppt/notesMasters/notesMaster1.xml" Id="Rc92edbaf039b47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5758f7ee9340d3" /><Relationship Type="http://schemas.openxmlformats.org/officeDocument/2006/relationships/notesMaster" Target="/ppt/notesMasters/notesMaster1.xml" Id="R2dcb0d083a724f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159f5a10d143ab" /><Relationship Type="http://schemas.openxmlformats.org/officeDocument/2006/relationships/notesMaster" Target="/ppt/notesMasters/notesMaster1.xml" Id="Rea1e31de62f443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8c25dda876487d" /><Relationship Type="http://schemas.openxmlformats.org/officeDocument/2006/relationships/notesMaster" Target="/ppt/notesMasters/notesMaster1.xml" Id="Rcf071a0b0bfc48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ada2a280048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28d72501347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61bb9eeba42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4098467504a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9e8e90b1c41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dc2e3390440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D58467-1F2A-407F-AEF8-A825728F8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3ADA1E-D19F-446B-B679-6C4284535F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41F0C9-F420-488D-8AC1-C561DA625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8A67BC-2715-4699-B105-708959CA87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A7E7A3-06AA-4858-9631-CE08F99E4C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B72A5E-D86D-4077-89D7-1CDE2D530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CE61CA-79EF-459E-85B0-461A072D41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93D98B-0FC7-44C5-ADD4-E7EF5521C8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CEA882-C5E8-4202-A104-93906D324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478832-C383-40D0-A578-19F83514B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5a98e557f46a7" /><Relationship Type="http://schemas.openxmlformats.org/officeDocument/2006/relationships/slideLayout" Target="/ppt/slideLayouts/slideLayout1.xml" Id="R65f15cc525634ae5" /><Relationship Type="http://schemas.openxmlformats.org/officeDocument/2006/relationships/slideLayout" Target="/ppt/slideLayouts/slideLayout2.xml" Id="R034bd85ef7e5495d" /><Relationship Type="http://schemas.openxmlformats.org/officeDocument/2006/relationships/slideLayout" Target="/ppt/slideLayouts/slideLayout3.xml" Id="Rfc54e4d28e6a40fa" /><Relationship Type="http://schemas.openxmlformats.org/officeDocument/2006/relationships/slideLayout" Target="/ppt/slideLayouts/slideLayout4.xml" Id="Rbef8677d48e446e8" /><Relationship Type="http://schemas.openxmlformats.org/officeDocument/2006/relationships/slideLayout" Target="/ppt/slideLayouts/slideLayout5.xml" Id="Ra0bea8f922214356" /><Relationship Type="http://schemas.openxmlformats.org/officeDocument/2006/relationships/slideLayout" Target="/ppt/slideLayouts/slideLayout6.xml" Id="Ra14e602084ac40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f15cc525634ae5"/>
    <p:sldLayoutId xmlns:r="http://schemas.openxmlformats.org/officeDocument/2006/relationships" id="2147483650" r:id="R034bd85ef7e5495d"/>
    <p:sldLayoutId xmlns:r="http://schemas.openxmlformats.org/officeDocument/2006/relationships" id="2147483651" r:id="Rfc54e4d28e6a40fa"/>
    <p:sldLayoutId xmlns:r="http://schemas.openxmlformats.org/officeDocument/2006/relationships" id="2147483652" r:id="Rbef8677d48e446e8"/>
    <p:sldLayoutId xmlns:r="http://schemas.openxmlformats.org/officeDocument/2006/relationships" id="2147483653" r:id="Ra0bea8f922214356"/>
    <p:sldLayoutId xmlns:r="http://schemas.openxmlformats.org/officeDocument/2006/relationships" id="2147483654" r:id="Ra14e602084ac40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c1d39ea7147b0" /><Relationship Type="http://schemas.openxmlformats.org/officeDocument/2006/relationships/notesSlide" Target="/ppt/notesSlides/notesSlide1.xml" Id="Rbf26919e88f6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587bfc56d4dc8" /><Relationship Type="http://schemas.openxmlformats.org/officeDocument/2006/relationships/chart" Target="/ppt/slides/charts/chart1.xml" Id="Rd527c723d41843c4" /><Relationship Type="http://schemas.openxmlformats.org/officeDocument/2006/relationships/notesSlide" Target="/ppt/notesSlides/notesSlide2.xml" Id="R3805d53e76a04a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4b13d081345eb" /><Relationship Type="http://schemas.openxmlformats.org/officeDocument/2006/relationships/chart" Target="/ppt/slides/charts/chart2.xml" Id="Rc077d73ca54b4a0e" /><Relationship Type="http://schemas.openxmlformats.org/officeDocument/2006/relationships/notesSlide" Target="/ppt/notesSlides/notesSlide3.xml" Id="Rcf0928d5665c4d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713b78ca944f8" /><Relationship Type="http://schemas.openxmlformats.org/officeDocument/2006/relationships/chart" Target="/ppt/slides/charts/chart3.xml" Id="R4c43c2688a784f88" /><Relationship Type="http://schemas.openxmlformats.org/officeDocument/2006/relationships/notesSlide" Target="/ppt/notesSlides/notesSlide4.xml" Id="R48fda870685443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b0ab8dec541cc" /><Relationship Type="http://schemas.openxmlformats.org/officeDocument/2006/relationships/notesSlide" Target="/ppt/notesSlides/notesSlide5.xml" Id="Rdebe741269c945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141f2806d4c23" /><Relationship Type="http://schemas.openxmlformats.org/officeDocument/2006/relationships/notesSlide" Target="/ppt/notesSlides/notesSlide6.xml" Id="R244009faf1e64e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562ada6aa4b0c" /><Relationship Type="http://schemas.openxmlformats.org/officeDocument/2006/relationships/chart" Target="/ppt/slides/charts/chart4.xml" Id="R1c0010a590a04fd0" /><Relationship Type="http://schemas.openxmlformats.org/officeDocument/2006/relationships/notesSlide" Target="/ppt/notesSlides/notesSlide7.xml" Id="Ra229f36b7c8844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00864295b4010" /><Relationship Type="http://schemas.openxmlformats.org/officeDocument/2006/relationships/notesSlide" Target="/ppt/notesSlides/notesSlide8.xml" Id="R4400982a813a4c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4ad3b4e3043b9" /><Relationship Type="http://schemas.openxmlformats.org/officeDocument/2006/relationships/notesSlide" Target="/ppt/notesSlides/notesSlide9.xml" Id="Ra363a8dee28f4d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0e37f70bf4192" /><Relationship Type="http://schemas.openxmlformats.org/officeDocument/2006/relationships/notesSlide" Target="/ppt/notesSlides/notesSlide10.xml" Id="R1fbc993803934a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be9f9cae54f17" /><Relationship Type="http://schemas.openxmlformats.org/officeDocument/2006/relationships/notesSlide" Target="/ppt/notesSlides/notesSlide11.xml" Id="R3c995a77f1d140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0bea1a01e417e" /><Relationship Type="http://schemas.openxmlformats.org/officeDocument/2006/relationships/notesSlide" Target="/ppt/notesSlides/notesSlide12.xml" Id="Rc4084f74f8484f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d0314f69a4c94" /><Relationship Type="http://schemas.openxmlformats.org/officeDocument/2006/relationships/chart" Target="/ppt/slides/charts/chart5.xml" Id="Rdebefb0addab4cf5" /><Relationship Type="http://schemas.openxmlformats.org/officeDocument/2006/relationships/notesSlide" Target="/ppt/notesSlides/notesSlide13.xml" Id="R0ccb162be6344b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683ab228f4ff1" /><Relationship Type="http://schemas.openxmlformats.org/officeDocument/2006/relationships/chart" Target="/ppt/slides/charts/chart6.xml" Id="Ra36a153a67d6450c" /><Relationship Type="http://schemas.openxmlformats.org/officeDocument/2006/relationships/notesSlide" Target="/ppt/notesSlides/notesSlide14.xml" Id="Rc1e8ec1b1ffb437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AB403-695E-49C7-9862-676719B7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F1091-5FC4-4F24-AB98-E259E5BF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1AD3-53B2-4DCC-B5DE-3DAFABE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39F13-8AD4-40C4-AC33-A5AEA83A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147FC-AEE8-44F5-9EF1-4BA096C4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893540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EC2C6-8312-4559-B257-D586D8FD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1BA93-4ECF-473B-8110-DF56AB3B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DB89F-1C8E-47FF-B505-9D3700E1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A93E3-DAF3-48A9-BBA9-F9EDEC04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7692280-FA96-4D5F-94AE-CE4753A973E7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27c723d41843c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A687E-06F4-4143-BF8E-AE47C13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1DFF6-E4A9-409B-A28E-B5A69F44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D760C-68E1-488E-9745-533BEA17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1798E-43B5-48CA-9055-44EE1379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63C79-CC5B-4975-B642-FFEED8FA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518555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A077B-F843-444C-934E-18797C2C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0A266-8FB3-4043-AFD9-6EF8B0A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DB1BC-A828-4D15-B0EC-A0990BD0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6E63F-9881-4A33-A213-366AF3B2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4B051E5-786B-4DA7-881C-588823F448E7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77d73ca54b4a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88D2B-B93C-40BB-937A-7F354A8A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80300-781F-4116-ABCF-214938E5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AE817-3964-4045-8761-77FF0159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F942B-4C89-4A8A-ABA8-33D9E0F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E3405-D6E1-4C41-9F22-F73F7C71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573308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05CB0-E69A-4D8C-AFC3-19851D9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69F8A-92E7-4322-80CA-22042DCC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585BA-4D9A-4477-A848-93CCA2BD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DC80D-B220-4FE7-9981-D35282E6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1A83D32-1D88-46F8-9896-E9B8943151B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43c2688a784f8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74F6A-D0A4-48D6-A3D1-903142B4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6E48A-6356-48BB-8584-996313C1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6BE1B-4694-46FF-8963-4D11EDF1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F391B-4677-4AEA-AE2D-27E52EA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672717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A8FF67-32CC-4080-BE90-6855B630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CAF3F-9A3A-4616-B121-7064FB5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0AA72-AC04-4200-A826-B453B69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2E1D7-4B14-4B96-B452-BE92F8FC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31692-B09D-464F-82C9-57268574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973A0-1C14-44DF-9075-37156F4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17416-C578-47FC-9C58-433B767D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3EE57-767D-44CD-8827-A163E4E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C1282-933F-4528-86B7-56CC1DFC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00096-DABB-4498-8F22-97E0B5E3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E6DDF-9E2F-4169-8E3C-2357564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236F5-90B4-4812-92A7-7EBD90C8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B56F0-C566-4367-B0D0-AE4C205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66768-38B8-434B-9542-6F6714F9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46A2E-69D1-4051-9206-E6E31B90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7139F-1CD9-4B2F-9C40-D3E34370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9B124-4008-4CE8-87C5-8337C1F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2D28D-19B6-4E20-B402-7CE3BC41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32ACF-055B-4F4E-8AF6-74E9D61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83E70-4FF5-4CCD-B464-6C9C9DBA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2A821-E15E-49C2-97C5-CE000C94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E5627-5AE1-49A2-9A5B-E1AF5BD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BBA60-08B0-4BE9-AA6E-D74589B7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BE89E-576B-42D4-8D7A-AC93C2CA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92E51-F6AD-4A5D-86E7-9AD472EC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B0896-C341-4E89-967E-4D3A22CF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CBC656-EAC3-42A8-87BE-DF18315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22730-C1BE-410E-9827-C6F2101B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F9B2E-D4F0-416E-9950-85BD7222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A4975-BB71-4B1A-A35A-8B79FA31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833F2-2830-4971-A002-8A861266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749B24-FA8A-4108-8471-F9381ABE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1E83B-5419-441E-BA36-E1196EB9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656899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B6154-B92D-4DD8-B83A-C443677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8E53B-06F4-4326-AC4D-6FD96104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F60B8-EA7C-4D4B-B3D8-91FF2DC6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690EE-A465-4F59-A0B7-7F09BA8E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00E17-AFBB-4C08-9F5C-E05E3EB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8677B-71C7-40D6-B667-C75CAD79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F139D-F7E2-457D-AD79-C8864878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C8DD2-361F-4140-B437-0CB7710F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BF8F7-11BD-4DFB-AC04-16DD531A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BFF28-0B65-4D73-AC87-C798C1EC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AB953-790E-4B08-98B5-AC08ED69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9CFA2-32FD-4B71-9F59-1FE048F7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03496-2D38-4ADF-86ED-F1224C4C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16495-1BA4-4862-B954-6351111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1A11F-D2E4-4903-9083-847945C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B66CD-FD7C-49D1-BD54-3DD1E31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DD8E9-D00F-43E6-9C4B-58DDCD2C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96B82-F305-4792-B7CB-0E0B538C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B19CF-8896-4110-8CBB-D2BB0BB1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B52D9-BFC3-44E4-9676-EFB4D4C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39321-7B8D-4CD1-9CD0-CDF6DE6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E2EB7-DAFF-4F59-8667-E2B5EF0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30765-FC08-4B4A-A353-60214985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C811A-9AA2-4944-AB80-BEBB4B5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885B25-38DD-4C17-9FED-D398B890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415A7-4BDC-4918-ABA2-5B6BA5A0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529610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05E6D-A75E-4ECD-B18B-5555E087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4E4DF-243A-48DF-B8CB-A9E43AC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EDF40-61C4-494C-B0B8-14C119FB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AD344-D261-4B7D-B9DB-41C897C7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D177548-C4BB-4D95-BB02-A25595D6512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0010a590a04fd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916C0-BCCF-4D22-8C35-794B9DDA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7DDFD-7BB0-43A8-A46E-A55B915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F8243-446C-4293-AFF9-1F465A5E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2B1D0-650D-4B0B-9842-00286526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638633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E20D4-5732-48F6-9A52-EC6F5FE8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AD04A-84DE-4831-B3E8-9539E6C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4B6FB-A846-4EBD-8C2F-2C8EA65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CCA43-E63E-4072-A5C8-86B5FCE6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79732-52C5-4E6A-BFF4-B8A47729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08070-9873-47B5-87A3-B8335052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4B73A-0DD1-4D26-8ADA-47516E1F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650A1-0427-4ABE-9C84-E9E0E0DB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F9151-A67B-453E-94EC-2832312A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3ECA0-FB3B-4543-832A-C73D3AB6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2E461-CD38-4F78-B38B-EF50395B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57577-781E-4479-A6BE-6BBF8AE7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4FBDC-E3BC-4B13-ABB0-06ABF696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72D98-7911-44F8-9695-D8A37D5D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F8C45-6038-4490-AFF9-51495BA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DC6D3-0FF6-48DD-9F55-E93EE2E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13CB2-B1AF-43C1-928B-DB1464CD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878591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94880-B81A-4835-8018-D072C5A4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99B75-224D-4ED3-B179-8DBF9DF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1C4D1-8390-40A8-A07F-E1559BDC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B3250-D527-4AED-B26C-6E22AFC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75211-9DC2-4F9E-8A77-F332D489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4D01-B328-4E08-9FCA-8CD8CE5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6F450-7127-4AE3-8E9B-879489FF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0EE5A-BE04-4DCD-9E79-E9284832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6EB9E-6C83-4576-8358-62243C50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AC729-4084-448B-8A73-DE70F5F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0F6CA-4AA9-4B8E-9E19-B76EDB0D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726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74DD7-9BE0-4310-82AC-A52F992E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15C1C-4CE6-431B-B81B-D96CAE0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5D812-D508-4C67-8B9E-B5681F4F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E7DEB-5E4B-4538-9CF7-EC80F75C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2DBDC-7904-4E8B-B2CE-A0800D3B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48182-5C5A-47A4-91AC-B56AAB7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DC1F6-0786-4492-8A20-5327C97E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F0A2F-2F9B-4598-AA94-C843CA2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7E719-66FD-4BDA-99FE-47A877B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78CAF-1217-48A4-ACDF-1F53968A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680B7-CBFD-44F6-A295-9370D78B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C7703-629A-4FFE-BFF4-01C24248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B158B-9A32-4BA5-8655-012579CF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4CEBB-0031-4299-A8CA-2AAF827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9795D-A157-46A5-A5A1-D42C07EA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250EE-D3FC-45B5-AD79-6CC2ED6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A6417-9660-45D7-B11D-5BCB967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2FE36-4610-4A1A-924E-ED376B08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0DD5A-89F2-4E5D-9EBB-AC3C5BA6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7C505-1CD8-473B-A0C8-482CFE8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D7059-C6D4-4D5F-B469-CB76B75F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59F59-5C96-478C-99D2-9E62CEC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D8EA3-12CA-4A86-BF55-3645929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89CB8-EFBF-47C2-8AA8-5648FFA8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232281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7723B-43B3-4F5A-BA9D-392352CE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1CA30-DB83-4451-9EBA-3804756A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7D209-4237-4300-8845-5A6EC477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A737F-7A68-4C8E-80EA-551FBD7E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01C06-8BCB-4531-9B95-0E6F4292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7CCF4-F22D-4548-872E-424014F0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961FF-2483-4A61-BD02-127272FB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5F847-D4DE-4CB0-97FC-6152073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759C8-B639-4557-8A76-11351F03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45987-06D0-4847-AF35-C6A1BCA1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D0CA0-678D-447B-ADE3-38D279C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550B6-9EFB-422F-96C3-15167D75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0CA62-87C6-49B3-8D46-7EEC1004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81652-3EB4-4052-A093-CB8CE919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8ECC9-FB92-4588-8268-2EA47DA4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46639-2E5E-437A-AEA3-B0A0578B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5F797-8E17-438F-AF18-6B2ED893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3FE56-CB79-416E-B0A4-299E3E9D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AFD2F-2D8D-491F-8B90-8CA5886E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3695C-EA34-430D-A56E-0A6AFAB9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5B863-51BB-470E-B402-6F1059EB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6D08C-B167-4C8E-914E-AEED1616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A1E77-3981-4AEE-9069-9B689A00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B8803F-2F95-4D34-8599-B1E9355C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44618-6A80-4D98-9F28-7EFCE4B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2060975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FE1E4-84E7-4296-859D-89664A7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4091A-2952-471D-9361-EAD7505D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77D2F-3A7C-4093-AB13-D5BCC2FC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30074-552E-48B8-994C-2C530A2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AF0E1-9DDA-45E6-BA7E-BC64FC90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548D0-19C9-4210-BC5A-5AC57FF9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938D7-45C9-4419-9803-113C0267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3605A-D537-448C-8C37-94D3624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05758-6BC0-4E6B-A85D-E5D4EC6F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59BF4-3571-4C00-8136-02F5544F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3A28C-60C4-43AD-9FA1-5A0B239A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9ABE6-93B2-4FF4-8D67-7397756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AC2D6-828F-4926-A6DA-EF960D74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3E451-C3B0-4CC5-9B51-79C78BF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7322413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8C5B7-644A-43BE-A5CF-B52508B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53EB8-A51A-4BFD-80E1-793BC2C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07DC8-27ED-4E1A-90D3-D6BC852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D7FF3-0977-4BC8-91E9-1DD0F034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FB5231D-9B64-42A6-8872-43200772B18C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befb0addab4cf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3D170-CC28-450A-9ACB-3759DADF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CE8C0-BE49-4F52-9516-0109F0F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B142E-22D8-4ABD-AE31-282E0B7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E0FAC-223B-43AA-8677-A3D1DD8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34D86-18EF-433E-B4B6-FAF96B9A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8ED1D-1BFD-4BAC-BE8E-31C2F843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1713702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3C122-6FCA-469F-BD8E-1A1EFBE0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B3801-C9E2-4DED-A71B-F4E56AC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4F6CF-134C-47B3-9595-FD4795F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D13A1-E141-4055-AF25-6766E9FF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385F196-C063-4432-BDAF-725E7FE0487D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6a153a67d6450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7159B-B8A7-4D89-9DA8-82CE996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4C320-4E7C-4E18-8DC0-A8B19C35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336B9-79E3-4F9D-B769-F5033C62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98311-C63F-4214-B783-21C6D38F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A4EB2-0B88-4CD5-A415-005724E0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214980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2026-10-17T00:49:28.3070000Z</dcterms:created>
  <dcterms:modified xsi:type="dcterms:W3CDTF">2026-10-17T00:49:28.3070000Z</dcterms:modified>
</coreProperties>
</file>