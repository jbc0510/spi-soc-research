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9acb35a1140a5" /><Relationship Type="http://schemas.openxmlformats.org/officeDocument/2006/relationships/extended-properties" Target="/docProps/app.xml" Id="Ra175c8b1916a408c" /><Relationship Type="http://schemas.openxmlformats.org/officeDocument/2006/relationships/officeDocument" Target="/ppt/presentation.xml" Id="Rf799034970d84f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dc03f7b1844474"/>
  </p:sldMasterIdLst>
  <p:notesMasterIdLst>
    <p:notesMasterId xmlns:r="http://schemas.openxmlformats.org/officeDocument/2006/relationships" r:id="Rf9becda8bd904d2b"/>
  </p:notesMasterIdLst>
  <p:sldIdLst>
    <p:sldId xmlns:r="http://schemas.openxmlformats.org/officeDocument/2006/relationships" id="256" r:id="Rfe1adb4b7bb14163"/>
    <p:sldId xmlns:r="http://schemas.openxmlformats.org/officeDocument/2006/relationships" id="257" r:id="R35156ff701da4bda"/>
    <p:sldId xmlns:r="http://schemas.openxmlformats.org/officeDocument/2006/relationships" id="258" r:id="R46eea437ccf94d5d"/>
    <p:sldId xmlns:r="http://schemas.openxmlformats.org/officeDocument/2006/relationships" id="259" r:id="R3a39a3c7bf9b4399"/>
    <p:sldId xmlns:r="http://schemas.openxmlformats.org/officeDocument/2006/relationships" id="260" r:id="R014d00e0d0f049a5"/>
    <p:sldId xmlns:r="http://schemas.openxmlformats.org/officeDocument/2006/relationships" id="261" r:id="R6a316058576d41f4"/>
    <p:sldId xmlns:r="http://schemas.openxmlformats.org/officeDocument/2006/relationships" id="262" r:id="Re35082c8aac747dc"/>
    <p:sldId xmlns:r="http://schemas.openxmlformats.org/officeDocument/2006/relationships" id="263" r:id="R02a9263d083f41dc"/>
    <p:sldId xmlns:r="http://schemas.openxmlformats.org/officeDocument/2006/relationships" id="264" r:id="R33cb752e1bb14544"/>
    <p:sldId xmlns:r="http://schemas.openxmlformats.org/officeDocument/2006/relationships" id="265" r:id="Re8bea0fe47b04c01"/>
    <p:sldId xmlns:r="http://schemas.openxmlformats.org/officeDocument/2006/relationships" id="266" r:id="Rc7fb9e72d89f42d7"/>
    <p:sldId xmlns:r="http://schemas.openxmlformats.org/officeDocument/2006/relationships" id="267" r:id="Rcb0077c56cd6480b"/>
    <p:sldId xmlns:r="http://schemas.openxmlformats.org/officeDocument/2006/relationships" id="268" r:id="Re45e88878d794519"/>
    <p:sldId xmlns:r="http://schemas.openxmlformats.org/officeDocument/2006/relationships" id="269" r:id="R4daf63a83764440f"/>
    <p:sldId xmlns:r="http://schemas.openxmlformats.org/officeDocument/2006/relationships" id="270" r:id="Rbfc4eba362bc49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12342b84d48a9" /><Relationship Type="http://schemas.openxmlformats.org/officeDocument/2006/relationships/slideMaster" Target="/ppt/slideMasters/slideMaster1.xml" Id="R24dc03f7b1844474" /><Relationship Type="http://schemas.openxmlformats.org/officeDocument/2006/relationships/notesMaster" Target="/ppt/notesMasters/notesMaster1.xml" Id="Rf9becda8bd904d2b" /><Relationship Type="http://schemas.openxmlformats.org/officeDocument/2006/relationships/presProps" Target="/ppt/presProps.xml" Id="Rb051d1cb48b746de" /><Relationship Type="http://schemas.openxmlformats.org/officeDocument/2006/relationships/tableStyles" Target="/ppt/tableStyles.xml" Id="Rb91f7adcddfe496e" /><Relationship Type="http://schemas.openxmlformats.org/officeDocument/2006/relationships/slide" Target="/ppt/slides/slide1.xml" Id="Rfe1adb4b7bb14163" /><Relationship Type="http://schemas.openxmlformats.org/officeDocument/2006/relationships/slide" Target="/ppt/slides/slide2.xml" Id="R35156ff701da4bda" /><Relationship Type="http://schemas.openxmlformats.org/officeDocument/2006/relationships/slide" Target="/ppt/slides/slide3.xml" Id="R46eea437ccf94d5d" /><Relationship Type="http://schemas.openxmlformats.org/officeDocument/2006/relationships/slide" Target="/ppt/slides/slide4.xml" Id="R3a39a3c7bf9b4399" /><Relationship Type="http://schemas.openxmlformats.org/officeDocument/2006/relationships/slide" Target="/ppt/slides/slide5.xml" Id="R014d00e0d0f049a5" /><Relationship Type="http://schemas.openxmlformats.org/officeDocument/2006/relationships/slide" Target="/ppt/slides/slide6.xml" Id="R6a316058576d41f4" /><Relationship Type="http://schemas.openxmlformats.org/officeDocument/2006/relationships/slide" Target="/ppt/slides/slide7.xml" Id="Re35082c8aac747dc" /><Relationship Type="http://schemas.openxmlformats.org/officeDocument/2006/relationships/slide" Target="/ppt/slides/slide8.xml" Id="R02a9263d083f41dc" /><Relationship Type="http://schemas.openxmlformats.org/officeDocument/2006/relationships/slide" Target="/ppt/slides/slide9.xml" Id="R33cb752e1bb14544" /><Relationship Type="http://schemas.openxmlformats.org/officeDocument/2006/relationships/slide" Target="/ppt/slides/slide10.xml" Id="Re8bea0fe47b04c01" /><Relationship Type="http://schemas.openxmlformats.org/officeDocument/2006/relationships/slide" Target="/ppt/slides/slide11.xml" Id="Rc7fb9e72d89f42d7" /><Relationship Type="http://schemas.openxmlformats.org/officeDocument/2006/relationships/slide" Target="/ppt/slides/slide12.xml" Id="Rcb0077c56cd6480b" /><Relationship Type="http://schemas.openxmlformats.org/officeDocument/2006/relationships/slide" Target="/ppt/slides/slide13.xml" Id="Re45e88878d794519" /><Relationship Type="http://schemas.openxmlformats.org/officeDocument/2006/relationships/slide" Target="/ppt/slides/slide14.xml" Id="R4daf63a83764440f" /><Relationship Type="http://schemas.openxmlformats.org/officeDocument/2006/relationships/slide" Target="/ppt/slides/slide15.xml" Id="Rbfc4eba362bc49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8ed35bb0f345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8b9dd5831c4ab1" /><Relationship Type="http://schemas.openxmlformats.org/officeDocument/2006/relationships/notesMaster" Target="/ppt/notesMasters/notesMaster1.xml" Id="R6e1b91e2fffb4f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b73f70940f426d" /><Relationship Type="http://schemas.openxmlformats.org/officeDocument/2006/relationships/notesMaster" Target="/ppt/notesMasters/notesMaster1.xml" Id="R02877efe78cb41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36fbca7dcc43a6" /><Relationship Type="http://schemas.openxmlformats.org/officeDocument/2006/relationships/notesMaster" Target="/ppt/notesMasters/notesMaster1.xml" Id="R89673b723e154c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4e3eac74514b03" /><Relationship Type="http://schemas.openxmlformats.org/officeDocument/2006/relationships/notesMaster" Target="/ppt/notesMasters/notesMaster1.xml" Id="R39f17212b083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d119aaa8f14bc5" /><Relationship Type="http://schemas.openxmlformats.org/officeDocument/2006/relationships/notesMaster" Target="/ppt/notesMasters/notesMaster1.xml" Id="R5c6e662893594e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c8d9a250644b21" /><Relationship Type="http://schemas.openxmlformats.org/officeDocument/2006/relationships/notesMaster" Target="/ppt/notesMasters/notesMaster1.xml" Id="Rcfcf4f64588c45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e8328d272a4cfc" /><Relationship Type="http://schemas.openxmlformats.org/officeDocument/2006/relationships/notesMaster" Target="/ppt/notesMasters/notesMaster1.xml" Id="R04c36eb3b0e740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a2959b01934d5c" /><Relationship Type="http://schemas.openxmlformats.org/officeDocument/2006/relationships/notesMaster" Target="/ppt/notesMasters/notesMaster1.xml" Id="Rba9181e814a240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2a443a6e284076" /><Relationship Type="http://schemas.openxmlformats.org/officeDocument/2006/relationships/notesMaster" Target="/ppt/notesMasters/notesMaster1.xml" Id="R443c1e76ae9d4a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1937c7323940a6" /><Relationship Type="http://schemas.openxmlformats.org/officeDocument/2006/relationships/notesMaster" Target="/ppt/notesMasters/notesMaster1.xml" Id="R6c1d0ea9b4e54c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ebe048e9b849c8" /><Relationship Type="http://schemas.openxmlformats.org/officeDocument/2006/relationships/notesMaster" Target="/ppt/notesMasters/notesMaster1.xml" Id="Rca490560e7cf40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4c85e55ab04c9b" /><Relationship Type="http://schemas.openxmlformats.org/officeDocument/2006/relationships/notesMaster" Target="/ppt/notesMasters/notesMaster1.xml" Id="R60e3ba4adc6448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2ba0236bc14c7f" /><Relationship Type="http://schemas.openxmlformats.org/officeDocument/2006/relationships/notesMaster" Target="/ppt/notesMasters/notesMaster1.xml" Id="R50adaccc455245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7d008beada4a45" /><Relationship Type="http://schemas.openxmlformats.org/officeDocument/2006/relationships/notesMaster" Target="/ppt/notesMasters/notesMaster1.xml" Id="Rbe0e6db7070348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7a72975df54225" /><Relationship Type="http://schemas.openxmlformats.org/officeDocument/2006/relationships/notesMaster" Target="/ppt/notesMasters/notesMaster1.xml" Id="R1ad846af51cb44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8401bb67547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fc7dcec414c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a9713ea1343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5082d45e249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eb7d67b5242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8959aa5d046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F1F71C-4649-467A-B949-1800F4244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C8DDEF-CC61-44C8-9664-3C82B5358A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836BEC-C901-48C1-8AEF-60E6A86691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EC81CA-B034-4970-915B-26635A239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DA3C36-1829-4A48-9CD3-2141BE32B8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89FEF1-CB90-4CF2-8D22-377BA3159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DA5C6E-0EEB-46BA-9AE8-E0F68CDE72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AAC326-F8F6-42AC-B9A6-3F7FAC5914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F4B67B-841E-4AA6-B8BB-7C08E508B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98678E-78EE-4C1E-AAD2-5DEE31DDC5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39873311704d6b" /><Relationship Type="http://schemas.openxmlformats.org/officeDocument/2006/relationships/slideLayout" Target="/ppt/slideLayouts/slideLayout1.xml" Id="R275cd28a659d49ad" /><Relationship Type="http://schemas.openxmlformats.org/officeDocument/2006/relationships/slideLayout" Target="/ppt/slideLayouts/slideLayout2.xml" Id="R2862fc4ebb194d7b" /><Relationship Type="http://schemas.openxmlformats.org/officeDocument/2006/relationships/slideLayout" Target="/ppt/slideLayouts/slideLayout3.xml" Id="Re74dce98240c4c07" /><Relationship Type="http://schemas.openxmlformats.org/officeDocument/2006/relationships/slideLayout" Target="/ppt/slideLayouts/slideLayout4.xml" Id="R68a579d781534ac5" /><Relationship Type="http://schemas.openxmlformats.org/officeDocument/2006/relationships/slideLayout" Target="/ppt/slideLayouts/slideLayout5.xml" Id="Re089e25c174c495a" /><Relationship Type="http://schemas.openxmlformats.org/officeDocument/2006/relationships/slideLayout" Target="/ppt/slideLayouts/slideLayout6.xml" Id="R4f737b7bd6b4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5cd28a659d49ad"/>
    <p:sldLayoutId xmlns:r="http://schemas.openxmlformats.org/officeDocument/2006/relationships" id="2147483650" r:id="R2862fc4ebb194d7b"/>
    <p:sldLayoutId xmlns:r="http://schemas.openxmlformats.org/officeDocument/2006/relationships" id="2147483651" r:id="Re74dce98240c4c07"/>
    <p:sldLayoutId xmlns:r="http://schemas.openxmlformats.org/officeDocument/2006/relationships" id="2147483652" r:id="R68a579d781534ac5"/>
    <p:sldLayoutId xmlns:r="http://schemas.openxmlformats.org/officeDocument/2006/relationships" id="2147483653" r:id="Re089e25c174c495a"/>
    <p:sldLayoutId xmlns:r="http://schemas.openxmlformats.org/officeDocument/2006/relationships" id="2147483654" r:id="R4f737b7bd6b4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f17d5988642b7" /><Relationship Type="http://schemas.openxmlformats.org/officeDocument/2006/relationships/notesSlide" Target="/ppt/notesSlides/notesSlide1.xml" Id="Rea0f913fc556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6efd13eb84f82" /><Relationship Type="http://schemas.openxmlformats.org/officeDocument/2006/relationships/chart" Target="/ppt/slides/charts/chart1.xml" Id="R7ec2acdd9d084c1d" /><Relationship Type="http://schemas.openxmlformats.org/officeDocument/2006/relationships/notesSlide" Target="/ppt/notesSlides/notesSlide2.xml" Id="R62b6dae512964f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2db2a529e40b2" /><Relationship Type="http://schemas.openxmlformats.org/officeDocument/2006/relationships/chart" Target="/ppt/slides/charts/chart2.xml" Id="R638e7b4fd9ce4a7c" /><Relationship Type="http://schemas.openxmlformats.org/officeDocument/2006/relationships/notesSlide" Target="/ppt/notesSlides/notesSlide3.xml" Id="R545c045cf63f4c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7f724460e419d" /><Relationship Type="http://schemas.openxmlformats.org/officeDocument/2006/relationships/chart" Target="/ppt/slides/charts/chart3.xml" Id="R996470ea9fe74816" /><Relationship Type="http://schemas.openxmlformats.org/officeDocument/2006/relationships/notesSlide" Target="/ppt/notesSlides/notesSlide4.xml" Id="Rcfe3b8084fed42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3548c73f748e0" /><Relationship Type="http://schemas.openxmlformats.org/officeDocument/2006/relationships/notesSlide" Target="/ppt/notesSlides/notesSlide5.xml" Id="Rf450308c158f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0b752929c46c3" /><Relationship Type="http://schemas.openxmlformats.org/officeDocument/2006/relationships/notesSlide" Target="/ppt/notesSlides/notesSlide6.xml" Id="Rff650ffc89f04c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04183d8754a4b" /><Relationship Type="http://schemas.openxmlformats.org/officeDocument/2006/relationships/chart" Target="/ppt/slides/charts/chart4.xml" Id="R04e3d333cb8c4b0e" /><Relationship Type="http://schemas.openxmlformats.org/officeDocument/2006/relationships/notesSlide" Target="/ppt/notesSlides/notesSlide7.xml" Id="R6da133a391e24e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44d8b0c024d06" /><Relationship Type="http://schemas.openxmlformats.org/officeDocument/2006/relationships/notesSlide" Target="/ppt/notesSlides/notesSlide8.xml" Id="R34db71b7fa4541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ee8740a924544" /><Relationship Type="http://schemas.openxmlformats.org/officeDocument/2006/relationships/notesSlide" Target="/ppt/notesSlides/notesSlide9.xml" Id="Rbbea816c394649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3db385ed04f53" /><Relationship Type="http://schemas.openxmlformats.org/officeDocument/2006/relationships/notesSlide" Target="/ppt/notesSlides/notesSlide10.xml" Id="R5d0c5668a2e449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3c6b003894130" /><Relationship Type="http://schemas.openxmlformats.org/officeDocument/2006/relationships/notesSlide" Target="/ppt/notesSlides/notesSlide11.xml" Id="R566c601193ab4e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84ea992114676" /><Relationship Type="http://schemas.openxmlformats.org/officeDocument/2006/relationships/notesSlide" Target="/ppt/notesSlides/notesSlide12.xml" Id="R6d347922caae4f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ea716c8c94886" /><Relationship Type="http://schemas.openxmlformats.org/officeDocument/2006/relationships/chart" Target="/ppt/slides/charts/chart5.xml" Id="R1cf67364a4074961" /><Relationship Type="http://schemas.openxmlformats.org/officeDocument/2006/relationships/notesSlide" Target="/ppt/notesSlides/notesSlide13.xml" Id="Ra24e75b258734f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c9593af5041be" /><Relationship Type="http://schemas.openxmlformats.org/officeDocument/2006/relationships/chart" Target="/ppt/slides/charts/chart6.xml" Id="R7bc21c3664a340ce" /><Relationship Type="http://schemas.openxmlformats.org/officeDocument/2006/relationships/notesSlide" Target="/ppt/notesSlides/notesSlide14.xml" Id="R0cf3e11ce9e64d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3af164d134a89" /><Relationship Type="http://schemas.openxmlformats.org/officeDocument/2006/relationships/notesSlide" Target="/ppt/notesSlides/notesSlide15.xml" Id="R519608714a9f440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11386-5842-436A-B459-2A2D6D07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E4F9-644F-44CA-B8D8-2F0A9E6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E92F6-82A5-4658-915C-027118B0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4939-39E6-4D3E-ABD9-7581BDAF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DBB03-FA50-4546-8CFF-19E91A7D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74028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948D1-B2BE-46DE-AE85-17012A2D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D0633-F4FD-49F1-9C5E-D8BDEA36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AD5D1-6FC9-4FEB-AFAE-AAD37DD2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F45EB-9D02-4254-9476-48C83D8A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B52743A-3515-4437-9EC1-69F20FFD6A76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c2acdd9d084c1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49C2E-EAD4-4BC3-92E5-B8E95BB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6223C-ABC3-4EB3-A24C-0643B9F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22712-5542-46F2-8096-C582B8C9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1D678-1AA5-4E1E-924B-12B6A13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614DC-9EA3-4E01-8E20-3BE178C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62607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70142-589C-464B-900D-695B048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E97A7-A01C-4330-9958-51B4197C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0F927-6223-4658-9BF4-A6A09C7E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747BF-3747-4E9C-95C7-53B1A0E4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AA2BF32-F81A-486A-A34E-99DDE9F6378C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8e7b4fd9ce4a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799D3-24CF-440A-A86E-D25FF63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31921-F0DA-4916-BB6C-FF3CC987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A2BDB-B7B2-4069-89C4-FD9AA8F0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3D015-CB18-4CFC-8A1D-D85740CE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35B60-7458-40E9-BDD3-DF297FBC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367610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05C9E-0AFB-4F46-A226-77920F0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65F5-2113-4F8D-98C7-DEC80896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21B72-6AD9-45FE-AC7A-DF1CD462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263C3-251C-4E88-A8DA-68145E31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AA358F-E94F-497C-8DC4-C3C3F7656300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6470ea9fe748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8E0E2-8C5F-4B89-8CC5-A079B1A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F74BF-0C1F-4A75-B10A-7AC04A0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79B54-E79B-4C5A-A9C2-0C15E92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DA0A9-A864-44AC-8DEF-DA836D71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531816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E8394-EDE5-402E-95E2-5B226B1F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BC1A9-0B2B-4C91-B5DA-89DA4E49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90BAA-D392-46DA-8B01-43800E2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4AD53-C355-433E-9E00-647367B3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7E6D5-E7D0-4559-BA35-9C4E20A8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C476E-7874-46AA-B349-5D11CF6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0B5FB-F8B5-4BE0-A63E-2B1FD061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2B7A6-5C00-4ECF-BDA5-2C234AA6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87CA7-B916-4F23-8499-DDD75C1C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A770B-9AC4-496F-8E1B-6470A0FA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66B98-B9F4-4CE9-982A-8C5A2796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C6304-C3EA-4067-AFAD-1D36570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B1A65-34AB-4B05-A776-4B6F65C8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41B07-4523-4D2C-94CE-DD9441B0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D2B52-B733-403B-BC5A-7361B7B0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6CE45-3F6F-4C1E-B89F-5D9D4BC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DBC4F-0549-4B52-AA51-CC316AF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3F406-8DFC-49C0-A276-694C3CB7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592C9-5561-4FFD-93A4-1DEB019E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B6A3C-C85C-4B68-B528-1F649301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BB96B-CBC1-42B7-885C-C93CDDD3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1B408-0317-45D0-9399-B5F18566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AF343-937B-4CCF-8369-8AAA760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5DD26-6187-4F33-9574-54674D4D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35B86-33D9-412B-ABA2-018AA800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FDD83-AB72-4478-A6C9-5EA0268A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C8437-09A2-4D86-B067-6A014151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CB7EF-EBEE-4711-A05E-E6B3D7A6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B0746-7226-4D44-B9B1-54474BAC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E03AA-DD27-4C39-A955-506690F0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837AE-E395-4AB9-A359-E0B9AAD9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21C47-BE25-4EA9-8893-C93FC3A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009C8-93C7-45B7-B7D1-B353525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815360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47172-A3E1-41CF-930B-17A5E5A6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3B011-7A93-4A07-8C14-427A1C41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4FCF9-DFA3-4B8F-BB27-41E555E7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E76B2-0ACC-48E4-ACD3-8B115DB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A904E-F22E-4C3C-B064-093309A4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81441-E21C-4B60-B376-847E8FD4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7AC0D-6A73-404F-84EC-F45C3185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DD720-0449-4EB1-B0F7-84FB3226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AE4A9-40EC-4227-B007-AF6F45C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A24D8-C018-450C-8A71-8287A958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EBB90-9FA1-4BD9-8642-BE9B0582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7C1E0-5955-4FC8-9F70-084C2DD3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90FC6-8E84-42E7-BA65-38DADB5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0B2E9-6816-4566-AFD7-86FD483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2F2A5-CCAC-4A63-9D7F-B028D39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598CC-1BC1-4637-8B28-68B36549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35C0E-C405-49F8-8C8C-82AA0D76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463B0-11EC-4D84-B35B-412467A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2543C-00D8-4199-A862-8513890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E77A7-2F95-4C31-A6C5-447F30D4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00BBD-A29B-4050-B418-858F5535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31F6B-9841-4E00-AA72-EB666155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4539F-9692-48C3-BB10-34BD84DA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2F2EF-26A1-46CB-AF8A-26F86274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80B87-BF60-4B33-B9D0-6509872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C54DD-0ADB-4F59-A700-E8E3E32A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945423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E4AB0-F013-4990-80D9-70B41029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BF2C9-6575-4573-B44C-BE96A73A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90DB0-C83B-4DCF-8FBB-BB7DAA92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69788-8684-4EDF-A818-28EB3E04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4D44ECE-5BE4-424D-9734-3F1B002A7186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e3d333cb8c4b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96967-28C1-4DED-B115-49419E43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7C8F6-C6A8-420D-9B68-F91C28A7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889F2-E19A-4CAA-8D26-E0030ADF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7ADB1-CEEE-47C2-82F9-36FA3724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4734217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11C61-51C8-483E-95E4-449CE9E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9DC8D-6A5F-474F-8D54-0238CAE5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F936D-DC1D-4A1F-B2AC-3120F00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0CA16-D7E0-49E4-80C1-F8180FDA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75672-5B8B-46AA-82F8-B989BB56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2C9D2-4477-4847-9CB4-9ADD8686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8CFE3-49C9-4999-A06A-EE8244A7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B39AE-0E65-4A58-8320-7ED674D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C106B-9608-4197-9D91-82A72149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FA0AF-32CE-4D94-9B29-27EFFABE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647E8-B806-4D49-99DF-919F3D09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6C39E-D101-47DE-A6D3-1C9EBC8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7ECD6-BF4C-4DD3-A0B6-2B4200F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B1510-24D4-437F-8DAE-747D6BE6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2BCAF-D2CC-441E-976A-6018A85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31EED-5F96-4A1D-A665-62EF899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874CF-613D-4BA9-995D-6CADB380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316171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8F19D-F01F-4B36-A9E8-D105BFBD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6F8FE-CBB3-45BC-B765-D4C3B0E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2877F-C9CD-43AA-9B80-0E1B9A2B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4F451-1599-425A-9A0D-9423D798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B8568-7D43-4E75-AD51-7B0FAEC3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D22C6-B388-45BA-9D49-7147DB5D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9EAAC-81B2-44E1-BDAC-EAFF16BA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4F879-15E3-4CE9-9FDE-AE0476B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561BF-8882-40E2-A17A-2620F13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5C20A-FCD2-4D18-9248-A7E1777B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30D38-FA0E-4F40-B9C5-A0322D7D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4699762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36081-5ECA-4F0E-B706-BAE27D96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48FD4-8044-44D0-85F4-414A232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52590-358B-4C53-B833-D228BBE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F5378-0640-45D4-A576-FA2C3EE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80DBC-9345-483B-A060-F0C0D6A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67599-67E5-4B44-B26F-4DFA845A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11C0C-FA27-49F8-96B7-2687CF83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375AE-1C47-4377-A94E-175451B4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A5DBE-5A0E-4C59-B607-BFC3C75B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E4B18-046A-42FB-8EE7-A814ACAE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8C59C-E479-4D75-BAA5-FAA4E36C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70E50-02EB-425A-BEEB-F042886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65E09-DD82-405D-A512-1394894B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06D8A-B8B2-4411-BB8B-71B52DC6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86B2B-4CE4-42CD-A431-1947E75D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00138-534F-4538-B611-7DD3162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9C08B-FCDD-477E-858A-B7155039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CB9F4-2B10-4D27-A734-E3376C3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05F3D-EA83-4510-8B3D-26F85CE7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FE7BA-C4A3-4C12-B9C3-B67173C7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908EE-B143-4C8C-9819-4E637FC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3A1F1-0166-49C4-92B7-E536D269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1356A-39A4-4B5B-8CC4-A6E69E76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2C2E6-7DDD-45CA-B565-9422820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9893831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5052D-3F4D-4609-99CA-17E6D07B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5D4AA-DD7E-4729-A13B-94C3EF12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32334-4E55-4D15-ADE6-E30162ED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A2DC6-42C5-4B99-9E86-D01E89E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6F262-24D6-4767-A216-9301BF0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2CDDC-7433-45F9-BE79-63861AFA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F31F3-318A-4842-91FB-9AD65F0C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7D6BB-049A-4D14-9284-3C0192E2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54A50-CE48-4E08-8C74-D60679F5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609C9-C6C3-40DF-A65E-4CE91ADF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90142-98F7-43F4-AB50-DC15491C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0A328-3F88-4FD7-937A-C14EA9CE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7AD37-F54F-4EFD-89B6-EB54E290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6599D-9013-45C9-BC1C-48CBB712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26C7A-72D7-4A63-9773-43F3CF6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C32C3-45F5-4F8E-AB99-6F726AC4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1FD69-7FA0-415E-BF85-F594C195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74303-99A0-4385-B412-B37D397A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1F4D5-6898-4526-943E-4432E35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FADBE-7836-42FC-B632-892DE3BF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73416-00D1-4DB2-899C-D850E953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F47-DEDA-4496-94CB-4A06252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6B5D4-A016-42C1-B9AC-829173E5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88481-8716-477A-8674-20E902FA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E5102-8642-46D4-9526-D2AEB9D4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714954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0CD33-5C84-446A-B7EC-DCB22784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89A60-D8ED-4B23-BD02-7A01E47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80045-97D3-4352-830D-C065567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76894-1856-472E-97F7-0839058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EFC81-158A-4FCE-8DF9-9DF5564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7A4AC-0196-46B0-97DD-3466F95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12716-D86F-4579-8A52-4241D8E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E9F82-A949-49FC-8EC8-FEAB6114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38B65-DA36-4096-9346-7616E518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AA4D6-D2ED-4948-AB2D-4DCE9EDC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81B91-E161-4542-BA10-BA4BB14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57E1D-926A-4C55-8C23-C5D122FD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49611-3ED0-4BAF-A9D4-61FBA90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C8D66-80C8-4FDB-9CAA-2F06402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0723410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18DEB-BD62-46A6-B94B-32D44496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3FC5D-0F02-4546-BEF4-5EFA74A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C07D3-B087-4352-A959-0B84891D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D6289-E3E4-422B-B911-7EFB9739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FA20D85-7A1F-40A8-B568-9E4232C6CFC8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f67364a407496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ABF32-660A-4B35-9025-8436426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B3BF3-35D0-48F1-9478-29F0BC1B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51DB6-4FB1-4863-A396-88F4645E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C01A2-016A-4CE9-85DC-A4CCB98B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F0C69-BB61-4D53-85E2-B100D4B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DDF9A-C5A2-4F1E-8A24-1FABA04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15062740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C78F2-9648-4890-91A0-A34D4582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6FF5-011E-4D9A-858B-A1CC5CA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CAEE1-D121-4283-8C31-8F12006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C608E-E4D6-4263-88AA-CCBD2384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D322FA1-B2D7-42D0-81F2-38DE09623F37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c21c3664a340c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07949-98DC-4904-B051-FF122A5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15A2C-258D-4D32-ACC3-F3435210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1D503-61E3-41BD-9A3E-03B75C8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FE92F-737C-4028-9176-9367EC62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F7A34-76B5-4447-8E81-FF0DBFF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412266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3BF70-9F40-4421-AD54-0745144D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03FF0-F19C-417B-BC9D-6C098427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B28FA-A96A-4218-872C-8B8B315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178B5-86C4-4CC0-B08E-F130A26A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124AA-6BE2-42E6-A42F-FD1DCEE2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E1AE0-0965-4E2F-AB3C-9886A6BE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106B4-4895-4E01-9448-062F28B0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71ED5-DF44-4549-BA62-E862FCD4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55557-089B-425E-A793-8E2F9AB1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F1057-BD02-4830-AAB5-56473DA0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1F2AD-0B2A-4482-B159-5685E50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89D27-162A-477B-AB01-E67E5302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BF162-8C17-4F8F-9A98-1292A8B5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D412A-5A02-4EC0-8A17-443E55C8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09EEB-12C4-40E2-8B05-A4EA13B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D7998-AF64-4AAF-AC22-4DB38583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93937-2B26-4C8D-B662-15D24EB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C2BBE-16F5-46AA-9604-E1D12A52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A442E-2125-413B-8992-617F9BB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023F8-A60B-4571-B89E-2BDCAE92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A7C8FE-E0C7-40D5-8C7F-0938C069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70552-37BD-406B-BDF1-F8DEDF06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74DBA-0997-4400-AD4B-CE84EE7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1059108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2026-10-17T17:04:49.2220000Z</dcterms:created>
  <dcterms:modified xsi:type="dcterms:W3CDTF">2026-10-17T17:04:49.2220000Z</dcterms:modified>
</coreProperties>
</file>