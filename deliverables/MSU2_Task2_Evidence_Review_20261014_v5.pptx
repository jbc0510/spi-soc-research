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6e9a03db1846de" /><Relationship Type="http://schemas.openxmlformats.org/officeDocument/2006/relationships/extended-properties" Target="/docProps/app.xml" Id="R5d1f6da6faf04457" /><Relationship Type="http://schemas.openxmlformats.org/officeDocument/2006/relationships/officeDocument" Target="/ppt/presentation.xml" Id="Rb935db2561194e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07bad1c22747dc"/>
  </p:sldMasterIdLst>
  <p:notesMasterIdLst>
    <p:notesMasterId xmlns:r="http://schemas.openxmlformats.org/officeDocument/2006/relationships" r:id="R950bf886916540bf"/>
  </p:notesMasterIdLst>
  <p:sldIdLst>
    <p:sldId xmlns:r="http://schemas.openxmlformats.org/officeDocument/2006/relationships" id="256" r:id="Rf610d9e103e84272"/>
    <p:sldId xmlns:r="http://schemas.openxmlformats.org/officeDocument/2006/relationships" id="257" r:id="R0ea239b7a27b4ec4"/>
    <p:sldId xmlns:r="http://schemas.openxmlformats.org/officeDocument/2006/relationships" id="258" r:id="R29bc23de9a4044f6"/>
    <p:sldId xmlns:r="http://schemas.openxmlformats.org/officeDocument/2006/relationships" id="259" r:id="R522a077f4f4e4f50"/>
    <p:sldId xmlns:r="http://schemas.openxmlformats.org/officeDocument/2006/relationships" id="260" r:id="R9b744e66538b4f28"/>
    <p:sldId xmlns:r="http://schemas.openxmlformats.org/officeDocument/2006/relationships" id="261" r:id="Rd81f066321954eac"/>
    <p:sldId xmlns:r="http://schemas.openxmlformats.org/officeDocument/2006/relationships" id="262" r:id="Rb10f5c68aae045be"/>
    <p:sldId xmlns:r="http://schemas.openxmlformats.org/officeDocument/2006/relationships" id="263" r:id="R7e41e5eaaa9f4b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3a46b4740f45e5" /><Relationship Type="http://schemas.openxmlformats.org/officeDocument/2006/relationships/slideMaster" Target="/ppt/slideMasters/slideMaster1.xml" Id="Rff07bad1c22747dc" /><Relationship Type="http://schemas.openxmlformats.org/officeDocument/2006/relationships/notesMaster" Target="/ppt/notesMasters/notesMaster1.xml" Id="R950bf886916540bf" /><Relationship Type="http://schemas.openxmlformats.org/officeDocument/2006/relationships/presProps" Target="/ppt/presProps.xml" Id="R8108eecc16c640f5" /><Relationship Type="http://schemas.openxmlformats.org/officeDocument/2006/relationships/tableStyles" Target="/ppt/tableStyles.xml" Id="R203ac4f3ceb64d2c" /><Relationship Type="http://schemas.openxmlformats.org/officeDocument/2006/relationships/slide" Target="/ppt/slides/slide1.xml" Id="Rf610d9e103e84272" /><Relationship Type="http://schemas.openxmlformats.org/officeDocument/2006/relationships/slide" Target="/ppt/slides/slide2.xml" Id="R0ea239b7a27b4ec4" /><Relationship Type="http://schemas.openxmlformats.org/officeDocument/2006/relationships/slide" Target="/ppt/slides/slide3.xml" Id="R29bc23de9a4044f6" /><Relationship Type="http://schemas.openxmlformats.org/officeDocument/2006/relationships/slide" Target="/ppt/slides/slide4.xml" Id="R522a077f4f4e4f50" /><Relationship Type="http://schemas.openxmlformats.org/officeDocument/2006/relationships/slide" Target="/ppt/slides/slide5.xml" Id="R9b744e66538b4f28" /><Relationship Type="http://schemas.openxmlformats.org/officeDocument/2006/relationships/slide" Target="/ppt/slides/slide6.xml" Id="Rd81f066321954eac" /><Relationship Type="http://schemas.openxmlformats.org/officeDocument/2006/relationships/slide" Target="/ppt/slides/slide7.xml" Id="Rb10f5c68aae045be" /><Relationship Type="http://schemas.openxmlformats.org/officeDocument/2006/relationships/slide" Target="/ppt/slides/slide8.xml" Id="R7e41e5eaaa9f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3252c36a66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9fd66c44d34ec4" /><Relationship Type="http://schemas.openxmlformats.org/officeDocument/2006/relationships/notesMaster" Target="/ppt/notesMasters/notesMaster1.xml" Id="R8a023b85738b4f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b7cc9b8984ee7" /><Relationship Type="http://schemas.openxmlformats.org/officeDocument/2006/relationships/notesMaster" Target="/ppt/notesMasters/notesMaster1.xml" Id="R96e58c50f3df42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b00426ef9844ba" /><Relationship Type="http://schemas.openxmlformats.org/officeDocument/2006/relationships/notesMaster" Target="/ppt/notesMasters/notesMaster1.xml" Id="R6a88e20d1a934c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f8acbf12204e69" /><Relationship Type="http://schemas.openxmlformats.org/officeDocument/2006/relationships/notesMaster" Target="/ppt/notesMasters/notesMaster1.xml" Id="R7be2a94ebeed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23a632ce0457d" /><Relationship Type="http://schemas.openxmlformats.org/officeDocument/2006/relationships/notesMaster" Target="/ppt/notesMasters/notesMaster1.xml" Id="R5d5982b7c93245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240d223c8b4114" /><Relationship Type="http://schemas.openxmlformats.org/officeDocument/2006/relationships/notesMaster" Target="/ppt/notesMasters/notesMaster1.xml" Id="R33a7783a5f3146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77827643cc4056" /><Relationship Type="http://schemas.openxmlformats.org/officeDocument/2006/relationships/notesMaster" Target="/ppt/notesMasters/notesMaster1.xml" Id="R2fba04c8db4f48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a2aba21b554f9a" /><Relationship Type="http://schemas.openxmlformats.org/officeDocument/2006/relationships/notesMaster" Target="/ppt/notesMasters/notesMaster1.xml" Id="R070329a160f64c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438e2181045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b5252de384d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5b777f6c54d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2dbdfb5fc4f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89a0a1c8048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1ffb791d044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76C97-14D1-4909-9097-98E48B49F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462A66-9553-4F18-A0D6-048D30FE7A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D5738A-96DB-4FF3-80B0-664ECFF6D3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77E166-F955-4B1E-9FEF-8ACE17F98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65375B-5607-4F14-A440-7CAF82DDC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0F0D23-B470-42C6-8891-FC59FE654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966A23-4406-4946-A50C-744512DC7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0511E9-1AD2-43B4-B84B-9DD03C8365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38C648-D5F3-4C97-B86C-735A88E29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DA1B8A-15FB-4CE9-AF0F-855590B247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4b6d83ea43446e" /><Relationship Type="http://schemas.openxmlformats.org/officeDocument/2006/relationships/slideLayout" Target="/ppt/slideLayouts/slideLayout1.xml" Id="R3985abd51c9643bd" /><Relationship Type="http://schemas.openxmlformats.org/officeDocument/2006/relationships/slideLayout" Target="/ppt/slideLayouts/slideLayout2.xml" Id="R0f81460c94e94908" /><Relationship Type="http://schemas.openxmlformats.org/officeDocument/2006/relationships/slideLayout" Target="/ppt/slideLayouts/slideLayout3.xml" Id="R2a52bb8788ee4b26" /><Relationship Type="http://schemas.openxmlformats.org/officeDocument/2006/relationships/slideLayout" Target="/ppt/slideLayouts/slideLayout4.xml" Id="R5cfa954575a347a8" /><Relationship Type="http://schemas.openxmlformats.org/officeDocument/2006/relationships/slideLayout" Target="/ppt/slideLayouts/slideLayout5.xml" Id="Ra86bde2badb94724" /><Relationship Type="http://schemas.openxmlformats.org/officeDocument/2006/relationships/slideLayout" Target="/ppt/slideLayouts/slideLayout6.xml" Id="Rc36ca810f8cb48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5abd51c9643bd"/>
    <p:sldLayoutId xmlns:r="http://schemas.openxmlformats.org/officeDocument/2006/relationships" id="2147483650" r:id="R0f81460c94e94908"/>
    <p:sldLayoutId xmlns:r="http://schemas.openxmlformats.org/officeDocument/2006/relationships" id="2147483651" r:id="R2a52bb8788ee4b26"/>
    <p:sldLayoutId xmlns:r="http://schemas.openxmlformats.org/officeDocument/2006/relationships" id="2147483652" r:id="R5cfa954575a347a8"/>
    <p:sldLayoutId xmlns:r="http://schemas.openxmlformats.org/officeDocument/2006/relationships" id="2147483653" r:id="Ra86bde2badb94724"/>
    <p:sldLayoutId xmlns:r="http://schemas.openxmlformats.org/officeDocument/2006/relationships" id="2147483654" r:id="Rc36ca810f8cb48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da4d357194ceb" /><Relationship Type="http://schemas.openxmlformats.org/officeDocument/2006/relationships/notesSlide" Target="/ppt/notesSlides/notesSlide1.xml" Id="Rd43f62b09cf147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f170a5dd84435" /><Relationship Type="http://schemas.openxmlformats.org/officeDocument/2006/relationships/chart" Target="/ppt/slides/charts/chart1.xml" Id="Rce9c83d12377452e" /><Relationship Type="http://schemas.openxmlformats.org/officeDocument/2006/relationships/notesSlide" Target="/ppt/notesSlides/notesSlide2.xml" Id="R54450d8f485341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1382014984d0b" /><Relationship Type="http://schemas.openxmlformats.org/officeDocument/2006/relationships/chart" Target="/ppt/slides/charts/chart2.xml" Id="R1db6a609b5b64bcd" /><Relationship Type="http://schemas.openxmlformats.org/officeDocument/2006/relationships/notesSlide" Target="/ppt/notesSlides/notesSlide3.xml" Id="Rc5a43474df4245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2eef63fee488f" /><Relationship Type="http://schemas.openxmlformats.org/officeDocument/2006/relationships/chart" Target="/ppt/slides/charts/chart3.xml" Id="R20f02173e7194466" /><Relationship Type="http://schemas.openxmlformats.org/officeDocument/2006/relationships/notesSlide" Target="/ppt/notesSlides/notesSlide4.xml" Id="R50ad69d23c4143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ce2f155bc4f86" /><Relationship Type="http://schemas.openxmlformats.org/officeDocument/2006/relationships/notesSlide" Target="/ppt/notesSlides/notesSlide5.xml" Id="R012ca270f1f846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77d3291fa4592" /><Relationship Type="http://schemas.openxmlformats.org/officeDocument/2006/relationships/notesSlide" Target="/ppt/notesSlides/notesSlide6.xml" Id="R51f19e63fbc342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12b522e86402a" /><Relationship Type="http://schemas.openxmlformats.org/officeDocument/2006/relationships/chart" Target="/ppt/slides/charts/chart4.xml" Id="R137c99fce35a4830" /><Relationship Type="http://schemas.openxmlformats.org/officeDocument/2006/relationships/notesSlide" Target="/ppt/notesSlides/notesSlide7.xml" Id="R38da08243b0945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245353be84a1f" /><Relationship Type="http://schemas.openxmlformats.org/officeDocument/2006/relationships/notesSlide" Target="/ppt/notesSlides/notesSlide8.xml" Id="R74f9cec6f1e54a8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BDB9B-2C12-4537-AD62-81A4FD1C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9BA18-23CE-4A11-93F9-282C5EC4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3E1B4-DAD9-4D3B-8302-EE818F2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265A4-B092-4722-A315-1446907B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3D224-6A0F-46AE-927B-5184E172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885353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18131-5B40-4686-835C-9EA1FBEA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4B45C-F83D-4608-B4CB-37A2FE17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24ED4-AACC-44F1-AE46-E4393EEE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F8DB4-6C41-45C6-88EB-28695EBF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57C4BB4-1192-46CB-8F5B-A91C8F234E01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9c83d12377452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A1397-5A83-42A2-B688-A84D1548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FAF3B-09BC-4E93-96A4-283A3F3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89E05-90DD-4462-88DD-49580593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CDA74-9B10-4109-90BF-191FA4B2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CBB87-A912-4AC5-B009-F2A17B8D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857145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ABA42-C315-40BA-ADB6-AA98262F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2DAF1-E8BA-4076-88C2-857E0A62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3482A-6376-4C41-A179-9AC0ED02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F57DD-7BDA-4628-B917-E5E4E77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A4FA894-D734-46D5-BDE1-98F1AB1627E3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b6a609b5b64bc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9D18B-5875-49F4-8427-FB08A24F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 / 6 payloads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4F6EE-374D-4AD3-A576-188EBAB0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1–256 B; every received byte matched the source pattern.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2A3A6-71E4-42B0-A53C-54ABE763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7457C-02A7-4517-9217-CCC0AC16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7466B-1CF0-4791-A556-FFE39E4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Simulation only: no physical DMA, CPU-use measurement, J55 test, or PIO/DMA crossover claim.</a:t>
            </a:r>
          </a:p>
        </p:txBody>
      </p:sp>
    </p:spTree>
    <p:extLst>
      <p:ext uri="{BB962C8B-B14F-4D97-AF65-F5344CB8AC3E}">
        <p14:creationId xmlns:p14="http://schemas.microsoft.com/office/powerpoint/2010/main" val="511209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34F72-BD98-439E-A6D1-BB3EFCA4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17398-EC52-4808-8BD1-29F2A174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59A0A-B353-4D9D-B930-025AB414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E854E-2BA6-4236-A386-18780F1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349ADF3-5CE6-489B-AA0B-87883C3C9B26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02173e719446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EF14F-18A1-4359-8F26-A6A4E9FE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44,000 timed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8AA99-F5EF-4C70-AE19-02CEAF6E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reported transfer errors across the four Linux frequency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CC6DC-0455-4829-8343-5AC040FE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8493D-D751-47A4-A589-5F0276BF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848021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AFF90-D4A4-461E-BDEF-3E9B0602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DF264-629A-4EE4-822F-239A9314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35FD9-7FA9-49BF-98C9-5CCC5339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92E2C-9FF0-4F68-A82A-B507ACFE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CDF31-0868-46C8-AB14-3B323AB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B3835-DDC3-4426-8A82-B67A1C99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74990-924B-4EBB-B025-28952D18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F8DA4-2D94-4DD4-BF49-21FE001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4F7CE-3EDB-4FFB-A7B1-705C340A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CF8AB-890A-4CCE-86BA-79E5AA66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27151-FF3E-409D-9FA2-AFF86000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C2EB2-7C0C-4F01-9F58-6CC870E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EE71F-DB87-4AD1-850A-3E1BDEA4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18D71-A375-4B1E-AD62-D38047C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225CC-59CE-41BA-8663-3416CF2D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C6139-EC00-4ED6-8A7E-095FACA1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BD495-5EFA-476A-BDCE-F33A13C8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8EC52-430A-479B-97C3-2671B07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731AE-D0D3-4816-B684-76743D1D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4423C-B955-4B8B-BDE6-85611C66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D9C91-6C09-4B69-B2FF-3D369BD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1702208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F9172-4405-4CD2-95BE-61322074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E2131-65EE-4C03-A20C-10F9C202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CAC2C-90E9-40B7-8E3F-70C06BC2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92FAF-AB59-4197-9DE0-03C96A21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603B7-E87E-43A6-9A85-77E07DDD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DEF6D-6225-4C30-A03A-BC30E39F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7C230-BFDC-4CED-9171-8202B545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D5E7D-0AC2-42C6-BFAD-E76C3892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C4158-C1F7-468A-AC6C-38441DA7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0956F-CD87-4578-965F-E0B4BB40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D0DE7-10FA-4D30-80A5-B4D32BFA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37323-CB36-4545-B878-E407DFF5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AE34D-4A05-4C94-8C18-72C49E4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F6905-CF6D-4870-A852-A9E8387F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C53F3-6225-4AFF-999F-89FEE2F6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075A1-B59F-4F43-8505-534CEABE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98CEE-312D-4DFF-A9C3-F3621710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5CE6C-3C18-47AA-8019-44BBF375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AEE45-0CA9-430E-BEC7-61030D18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3DF98-0471-40BA-8656-61390788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5F21B-C1E1-416A-B267-839954AD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43445-D6EB-45B2-8E97-25FD363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06AAF-D3F5-4FA4-8BB7-4B138C7B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4F170-E592-40DD-B619-1EEE3B68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4AF25-B397-432C-8E4E-0ADC9E46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531251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60677-8776-4664-8183-119B766F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E0822-8448-4D87-B894-8972E8E0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CFE3C-9F92-4A41-A55E-7BC19BCC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33CA3-BDC6-4802-9062-E2EB9240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96DB622-D1FB-4F60-91D8-5F87CC7C4B7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7c99fce35a483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6EF3B-4808-49AA-8DEC-219A017B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17173-DCEC-4F8A-8B2B-19B274F4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3D56D-9A06-409A-A95F-22AA0239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87868-B4F4-4815-B355-3229399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563438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2C144-9326-42DA-A9FE-AB4EEF10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47675-F381-4141-B622-BF56158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05D46-D8D2-4F85-95FF-72A5A786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0F7FE-C589-43E5-93E5-553F0916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8CF07-CABA-48B4-B7F4-19A5896A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D420D-A00A-4E54-91E3-DDA1E2FA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7CA8D-1646-485A-AF5F-BD30DB6F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39D7D-51FB-4F9F-9785-8E00E14C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53FC1-C610-4723-9AD7-7196D694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05D5E-3408-4013-A1F3-A68C41BF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3D02D-94B5-4C9D-8FFC-2C273A2B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90619-5980-4C7A-8CB8-F6F0BFCA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A9B05-E15A-40B4-8976-2A4345E3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30C57-97F1-4ABB-BA1A-3C5779D9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A303E-D3ED-4DDD-ACE5-D417FC9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8A0DA-D308-4098-8D63-63755303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4DEA6-57C2-43B0-8AD9-339A9E28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1528909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2026-10-15T00:19:58.5550000Z</dcterms:created>
  <dcterms:modified xsi:type="dcterms:W3CDTF">2026-10-15T00:19:58.5550000Z</dcterms:modified>
</coreProperties>
</file>