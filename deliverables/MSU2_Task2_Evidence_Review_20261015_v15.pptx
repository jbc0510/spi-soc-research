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fc9cce609f42b4" /><Relationship Type="http://schemas.openxmlformats.org/officeDocument/2006/relationships/extended-properties" Target="/docProps/app.xml" Id="Rd21a33529d124a20" /><Relationship Type="http://schemas.openxmlformats.org/officeDocument/2006/relationships/officeDocument" Target="/ppt/presentation.xml" Id="Reafdadc2f231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d4dcffd1a4a50"/>
  </p:sldMasterIdLst>
  <p:notesMasterIdLst>
    <p:notesMasterId xmlns:r="http://schemas.openxmlformats.org/officeDocument/2006/relationships" r:id="R2d20bb7d7e824731"/>
  </p:notesMasterIdLst>
  <p:sldIdLst>
    <p:sldId xmlns:r="http://schemas.openxmlformats.org/officeDocument/2006/relationships" id="256" r:id="R0207a2e46d084b4b"/>
    <p:sldId xmlns:r="http://schemas.openxmlformats.org/officeDocument/2006/relationships" id="257" r:id="R4615866a92d541e0"/>
    <p:sldId xmlns:r="http://schemas.openxmlformats.org/officeDocument/2006/relationships" id="258" r:id="R4d09c942a52e4fdd"/>
    <p:sldId xmlns:r="http://schemas.openxmlformats.org/officeDocument/2006/relationships" id="259" r:id="Rf0b588f3853e4f65"/>
    <p:sldId xmlns:r="http://schemas.openxmlformats.org/officeDocument/2006/relationships" id="260" r:id="R22d4670c558f495d"/>
    <p:sldId xmlns:r="http://schemas.openxmlformats.org/officeDocument/2006/relationships" id="261" r:id="R782c23a0b7294657"/>
    <p:sldId xmlns:r="http://schemas.openxmlformats.org/officeDocument/2006/relationships" id="262" r:id="R799aef3e22d04eba"/>
    <p:sldId xmlns:r="http://schemas.openxmlformats.org/officeDocument/2006/relationships" id="263" r:id="Ra687f38e0f554b30"/>
    <p:sldId xmlns:r="http://schemas.openxmlformats.org/officeDocument/2006/relationships" id="264" r:id="R0393cb1d646b4699"/>
    <p:sldId xmlns:r="http://schemas.openxmlformats.org/officeDocument/2006/relationships" id="265" r:id="R714004a8f1d24a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71078ee8fb488c" /><Relationship Type="http://schemas.openxmlformats.org/officeDocument/2006/relationships/slideMaster" Target="/ppt/slideMasters/slideMaster1.xml" Id="R4e0d4dcffd1a4a50" /><Relationship Type="http://schemas.openxmlformats.org/officeDocument/2006/relationships/notesMaster" Target="/ppt/notesMasters/notesMaster1.xml" Id="R2d20bb7d7e824731" /><Relationship Type="http://schemas.openxmlformats.org/officeDocument/2006/relationships/presProps" Target="/ppt/presProps.xml" Id="R8713fdd5bddf4cd1" /><Relationship Type="http://schemas.openxmlformats.org/officeDocument/2006/relationships/tableStyles" Target="/ppt/tableStyles.xml" Id="R35dde5f429294b72" /><Relationship Type="http://schemas.openxmlformats.org/officeDocument/2006/relationships/slide" Target="/ppt/slides/slide1.xml" Id="R0207a2e46d084b4b" /><Relationship Type="http://schemas.openxmlformats.org/officeDocument/2006/relationships/slide" Target="/ppt/slides/slide2.xml" Id="R4615866a92d541e0" /><Relationship Type="http://schemas.openxmlformats.org/officeDocument/2006/relationships/slide" Target="/ppt/slides/slide3.xml" Id="R4d09c942a52e4fdd" /><Relationship Type="http://schemas.openxmlformats.org/officeDocument/2006/relationships/slide" Target="/ppt/slides/slide4.xml" Id="Rf0b588f3853e4f65" /><Relationship Type="http://schemas.openxmlformats.org/officeDocument/2006/relationships/slide" Target="/ppt/slides/slide5.xml" Id="R22d4670c558f495d" /><Relationship Type="http://schemas.openxmlformats.org/officeDocument/2006/relationships/slide" Target="/ppt/slides/slide6.xml" Id="R782c23a0b7294657" /><Relationship Type="http://schemas.openxmlformats.org/officeDocument/2006/relationships/slide" Target="/ppt/slides/slide7.xml" Id="R799aef3e22d04eba" /><Relationship Type="http://schemas.openxmlformats.org/officeDocument/2006/relationships/slide" Target="/ppt/slides/slide8.xml" Id="Ra687f38e0f554b30" /><Relationship Type="http://schemas.openxmlformats.org/officeDocument/2006/relationships/slide" Target="/ppt/slides/slide9.xml" Id="R0393cb1d646b4699" /><Relationship Type="http://schemas.openxmlformats.org/officeDocument/2006/relationships/slide" Target="/ppt/slides/slide10.xml" Id="R714004a8f1d2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46cd4d26b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aef67d334440fb" /><Relationship Type="http://schemas.openxmlformats.org/officeDocument/2006/relationships/notesMaster" Target="/ppt/notesMasters/notesMaster1.xml" Id="R4060d7bf8c45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d2bd0c14be4c58" /><Relationship Type="http://schemas.openxmlformats.org/officeDocument/2006/relationships/notesMaster" Target="/ppt/notesMasters/notesMaster1.xml" Id="R1ea08ef05616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88fb31e2a74dce" /><Relationship Type="http://schemas.openxmlformats.org/officeDocument/2006/relationships/notesMaster" Target="/ppt/notesMasters/notesMaster1.xml" Id="Ree47c6ab68fa47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cb120ad2aa42cd" /><Relationship Type="http://schemas.openxmlformats.org/officeDocument/2006/relationships/notesMaster" Target="/ppt/notesMasters/notesMaster1.xml" Id="R8b155ab07713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c2f4911f34698" /><Relationship Type="http://schemas.openxmlformats.org/officeDocument/2006/relationships/notesMaster" Target="/ppt/notesMasters/notesMaster1.xml" Id="R911cbe10747a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31d7f73324c46" /><Relationship Type="http://schemas.openxmlformats.org/officeDocument/2006/relationships/notesMaster" Target="/ppt/notesMasters/notesMaster1.xml" Id="R92b49a5c1a4c4f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e119b0dcb74241" /><Relationship Type="http://schemas.openxmlformats.org/officeDocument/2006/relationships/notesMaster" Target="/ppt/notesMasters/notesMaster1.xml" Id="Rc2ea72b26ff1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4c52176fb4c60" /><Relationship Type="http://schemas.openxmlformats.org/officeDocument/2006/relationships/notesMaster" Target="/ppt/notesMasters/notesMaster1.xml" Id="Rcbcb7a53a91a4f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5527256d4406d" /><Relationship Type="http://schemas.openxmlformats.org/officeDocument/2006/relationships/notesMaster" Target="/ppt/notesMasters/notesMaster1.xml" Id="R9ba17e934f6b49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d4018803143c3" /><Relationship Type="http://schemas.openxmlformats.org/officeDocument/2006/relationships/notesMaster" Target="/ppt/notesMasters/notesMaster1.xml" Id="Ra4824625b4424a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523c9126d4f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0d5f07f0f4f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b0fd2ea9041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eb3b5a74740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ba0d3d00a4e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bdf78752c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EB3960-FF16-46F7-A080-E8137B2E4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380C44-0E7A-484B-BC40-56E3BFD355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1AE997-300E-44DE-BD24-06BB26C9C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EA96C-AF10-4843-B36E-52541CCD5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EA9DD9-C46A-4C19-A9D5-CAC41CCD98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0FAFD5-AFCA-484D-99C1-C38303CB7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E55780-B7CA-4F18-9FC0-68B9CDC4EE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E34CE1-C309-4300-B7BF-15703E4564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582889-ABBD-4A14-9E6A-6E7078F36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C849C9-0762-487D-8D3B-FBE0D312B2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5d481e92634939" /><Relationship Type="http://schemas.openxmlformats.org/officeDocument/2006/relationships/slideLayout" Target="/ppt/slideLayouts/slideLayout1.xml" Id="R17186fa3900541f9" /><Relationship Type="http://schemas.openxmlformats.org/officeDocument/2006/relationships/slideLayout" Target="/ppt/slideLayouts/slideLayout2.xml" Id="R3d0c11efe2544207" /><Relationship Type="http://schemas.openxmlformats.org/officeDocument/2006/relationships/slideLayout" Target="/ppt/slideLayouts/slideLayout3.xml" Id="R82f645c9d208408e" /><Relationship Type="http://schemas.openxmlformats.org/officeDocument/2006/relationships/slideLayout" Target="/ppt/slideLayouts/slideLayout4.xml" Id="R3dc21c44784f4dc0" /><Relationship Type="http://schemas.openxmlformats.org/officeDocument/2006/relationships/slideLayout" Target="/ppt/slideLayouts/slideLayout5.xml" Id="R4985fbea1db2481d" /><Relationship Type="http://schemas.openxmlformats.org/officeDocument/2006/relationships/slideLayout" Target="/ppt/slideLayouts/slideLayout6.xml" Id="Rbdc3a5ec726a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186fa3900541f9"/>
    <p:sldLayoutId xmlns:r="http://schemas.openxmlformats.org/officeDocument/2006/relationships" id="2147483650" r:id="R3d0c11efe2544207"/>
    <p:sldLayoutId xmlns:r="http://schemas.openxmlformats.org/officeDocument/2006/relationships" id="2147483651" r:id="R82f645c9d208408e"/>
    <p:sldLayoutId xmlns:r="http://schemas.openxmlformats.org/officeDocument/2006/relationships" id="2147483652" r:id="R3dc21c44784f4dc0"/>
    <p:sldLayoutId xmlns:r="http://schemas.openxmlformats.org/officeDocument/2006/relationships" id="2147483653" r:id="R4985fbea1db2481d"/>
    <p:sldLayoutId xmlns:r="http://schemas.openxmlformats.org/officeDocument/2006/relationships" id="2147483654" r:id="Rbdc3a5ec726a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1be3785c6d401d" /><Relationship Type="http://schemas.openxmlformats.org/officeDocument/2006/relationships/notesSlide" Target="/ppt/notesSlides/notesSlide1.xml" Id="R51886213acb346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c2bb0d3de440a" /><Relationship Type="http://schemas.openxmlformats.org/officeDocument/2006/relationships/chart" Target="/ppt/slides/charts/chart1.xml" Id="Rc6e2ed1485264983" /><Relationship Type="http://schemas.openxmlformats.org/officeDocument/2006/relationships/notesSlide" Target="/ppt/notesSlides/notesSlide2.xml" Id="R51a393e7915446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7d0b040d44fc8" /><Relationship Type="http://schemas.openxmlformats.org/officeDocument/2006/relationships/chart" Target="/ppt/slides/charts/chart2.xml" Id="Rc1fea3f2eac34a3c" /><Relationship Type="http://schemas.openxmlformats.org/officeDocument/2006/relationships/notesSlide" Target="/ppt/notesSlides/notesSlide3.xml" Id="R2dcad139e19e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502affc5244ad" /><Relationship Type="http://schemas.openxmlformats.org/officeDocument/2006/relationships/chart" Target="/ppt/slides/charts/chart3.xml" Id="Ra6208e64c34f45d5" /><Relationship Type="http://schemas.openxmlformats.org/officeDocument/2006/relationships/notesSlide" Target="/ppt/notesSlides/notesSlide4.xml" Id="R4849b151792644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3b29cab2e4369" /><Relationship Type="http://schemas.openxmlformats.org/officeDocument/2006/relationships/notesSlide" Target="/ppt/notesSlides/notesSlide5.xml" Id="R5f5654f056b4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a82c5be8c4d3b" /><Relationship Type="http://schemas.openxmlformats.org/officeDocument/2006/relationships/notesSlide" Target="/ppt/notesSlides/notesSlide6.xml" Id="R3347844152cc40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bb2e0c6e94c66" /><Relationship Type="http://schemas.openxmlformats.org/officeDocument/2006/relationships/chart" Target="/ppt/slides/charts/chart4.xml" Id="R83be0e439e194753" /><Relationship Type="http://schemas.openxmlformats.org/officeDocument/2006/relationships/notesSlide" Target="/ppt/notesSlides/notesSlide7.xml" Id="Re0f76230e9dc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30a6bbd6742f7" /><Relationship Type="http://schemas.openxmlformats.org/officeDocument/2006/relationships/notesSlide" Target="/ppt/notesSlides/notesSlide8.xml" Id="Rf0b8279b51ec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dd295efc84428" /><Relationship Type="http://schemas.openxmlformats.org/officeDocument/2006/relationships/notesSlide" Target="/ppt/notesSlides/notesSlide9.xml" Id="R2a749081680d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ca26324d542b5" /><Relationship Type="http://schemas.openxmlformats.org/officeDocument/2006/relationships/notesSlide" Target="/ppt/notesSlides/notesSlide10.xml" Id="Rc2be33ae7bf94b6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79EA-97A4-4190-8DE4-A6E6A96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1F27A-1A6F-4D8A-92AF-1C925E8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D075-5CBE-44CC-AD37-5F01BD37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690A-7712-49A9-8C71-8F96C3B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E9E62-E11E-4814-923F-D06548C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43495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C21E6-2D77-4FEB-99E8-5920881B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5AF7C-F149-4CEE-AB8B-92B5D853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D6F94-0961-4D17-ACC9-C3B971E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F5556-6B76-4924-BE31-71F47A4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9AB4800-33E6-409F-BF87-4ACA63A849B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e2ed14852649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5CB61-6A81-49F0-9A79-3CBAEA02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4960B-997F-4B47-B6B6-96F8F4B4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A8534-E56B-4E09-A9AD-FAA51B8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34761-410F-463B-B573-CE24FEAA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00547-237B-4A30-AE6A-71C1B80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935153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AE0BE-7696-4B52-80DC-EBCEC00D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6BCEB-56E6-4B17-B1C9-41C1B832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E0AD0-B0AA-4A4F-9905-ECA29C0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91F05-E71D-4632-9836-E5F065C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9FE4BA3-6648-4772-BC36-E69A6BA88FE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fea3f2eac34a3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662CE-BD02-4534-B63B-8EB8D40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06FBE-12C4-4830-BC61-AC9D14FF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0509A-8ED6-44CB-8C68-8BC8F29A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6D118-D723-4C95-934F-0FE9F8A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104A-7009-4104-9C9B-EEA6CB38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187285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2B5AB-F715-4F91-9AF9-D0A4B74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36125-C178-488E-9983-F2CCF53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2A567-EFB0-4E6A-A14D-56D5529B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C8225-D504-46C9-AAC1-EE1D4278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976B95F-1108-44F5-A4A9-F7488264452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208e64c34f45d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19D4-6B30-442C-B2E4-8F7560C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F86E5-F8AA-4116-951D-9BA5ACA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F60F-2F1A-4297-957B-C0810FA7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85777-4CCE-479A-8D72-B33E74A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137212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3D3FF-2EA5-446C-8993-4CEEFCA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25B2C-8924-4945-A843-71BCCB37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50F9E-D3D6-46F6-8242-184EB7F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9D166-D6D4-4697-AAEE-1C86841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67D64-9600-43D8-A07B-6D4A4FC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CF600-BDD8-4B58-A94C-16ECEFF4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F2E30-8974-447E-9617-47D43175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029A4-6947-4A37-88F3-2FAAEA6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05273-F3AF-4B35-866B-7DDCBA9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A81E9-FBF2-4B9F-A0ED-346FD56C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E757F-A4C1-480D-BE9B-372A258E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EAC23-66DB-4066-B35A-9876C44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1DAB7-A281-4810-9FCB-4EF9A33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E6128-206D-4F98-A13C-C5DC8A8E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BD205-834A-4E9A-9E7B-65BA8846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C6D7D-A37E-4B04-8144-431EDA8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33B67-DAC3-4795-B36E-17ACB97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FA115-ADAE-4D0F-8B48-AB56120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567A8-EA6C-4320-A6D9-950A9B47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32C08-1977-42AF-A3ED-13C146D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409DB-2957-4AE4-9D41-D584C69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1818423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DDD05-0E25-4EAD-9D72-B9AA81A8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0114E-6E3C-45CF-9FD6-9D9F58C9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D9FC2-85C5-4A5C-BAD3-2E80CF4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4BFA0-4B27-4E10-86D6-C3452D0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2A249-98B4-44EF-8E1E-5480688F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FB7AF-36F5-4C94-80B4-E5793CD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ABA07-F543-4B1A-A726-1F0DAD0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75E63-47A9-4EFE-9267-4800DFBF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EFE19-8E57-48CE-99C4-2A8C38A3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6B281-B692-4A35-9A7B-123B806B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BB835-18EC-457C-AC25-C9A3CD9C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D1812-4470-401F-934D-63CD8BE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240F-730A-4AE7-BBC5-802F1CC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44F84-DA5D-4630-8039-6AA4022D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670F4-A0B6-403A-9C89-BA5ABDA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46F4C-DD67-4FCA-A68F-BF10DB8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F0E3F-2B3D-4491-9FAC-CEC5F67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AF52F-785F-415A-8654-48C6EB1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60497-718C-4D76-8D0D-73861874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4680C-46DB-406F-BEFE-A580BF49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7C598-C669-4448-89E5-1652740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FCE03-954C-41C0-8E11-3E0755C6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F0841-D31B-47CC-8101-C8D0A31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BDD1B-31D8-4FC7-89DA-5C95C3CC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DBC06-48BB-429D-82D3-A06D6081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3DEF4-7414-487D-A76A-7D3E27F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728681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59978-197D-4132-AC3C-C62F6C04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5D1DC-F463-4A78-8AF6-1E2EA47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CC58D-621B-4871-BBEA-A8CD908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46F55-1138-4BBD-B592-652174A4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92D2AC8-4FF5-4B41-9DBC-35817EF0DEC7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be0e439e19475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C631A-6D4A-4E9E-BA3B-C65A384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580D9-EAAC-420E-9752-D7C165D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CDA59-7B61-4315-81EB-ABB5C13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B5E1F-96CB-41EB-B8B4-082352D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1399907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39347-9E5D-4463-8C05-5AF9B74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DD0FA-8E25-4C5A-858F-B03957A0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B52B6-2C84-44FF-9D61-E2D9017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5F2C3-EB79-4DF5-8676-D438C230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69C05-5F39-45B4-87FD-E7EED22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392A7-9A56-4088-A01A-727F3A05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BDF07-0D8B-4B53-8B4B-136ED0D6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498BA-D6AD-4A0B-BD58-86AABC9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5B4FF-D046-4A42-91E9-8C407ED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C930A-B2C2-47BA-A8B9-CEFBC649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7D871-741F-4956-9B09-ED18AC34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9F36F-655A-45A2-BDA8-B95ACF4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C34C1-8E27-466F-B314-B629C6F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65F8B-0CC1-4F62-ADBE-866C2E4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834D8-1FAA-48E9-99DB-9ED7C45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E0507-F51F-433A-940A-2D856EB1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8ED46-6237-4CF6-B8C0-F4AAFD0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409506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74139-5F0A-42AF-B8AA-47049DA7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7F04C-727D-415D-93AB-547C8B59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854A2-939F-4083-A94C-C71710D9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CD479-1392-4C2C-8175-230DA9F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839DE-B5BC-49CE-B47F-F1DAA108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EC3DD-B706-4F13-BE15-ABF9EF6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CBE1C-0FD9-4FA6-8025-17E4928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6EC6E-2209-415E-A1C9-3DA61040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A13C8-98AA-4808-B995-E5A8D23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37F19-702A-488F-9619-4D601677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BD843-548E-409A-B025-BD25ED3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285245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6FF1D-4C16-41D7-8314-FBBD5C36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88683-6374-4522-8E74-4F2C201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3FAA-D257-4566-A1C3-50A55BC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C27FA-5894-45D7-88D1-BFEC2FB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96543-949D-4035-B55E-70B84D8A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3E1F8-D645-43BF-9E35-722F6D7B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DD66C-568E-403D-B080-E33450D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A3C20-ECEC-40D3-9DC4-1741FB8B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AD432-236C-46CE-B29E-14A2E3D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0FC83-1174-4BE8-AE5A-D3641451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93554-556F-4A44-BB13-9BED91E6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6DE87-7597-4828-B27E-1BEA1EE6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62BA4-B8A9-4F94-8C76-886E8F62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9C0D5-4A65-498D-92F4-F24B181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52846-D60C-44E3-B406-84AB3FA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8D4FB-6FF3-4843-B51E-362DD464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F8D2-7CB8-467A-AF02-83E185F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C8C48-46E3-404B-BB5D-5271F2E7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D319D-79FF-4712-8A48-C7AFD2CA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67291-B6D7-4D42-988E-2358D08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C0FBF-15A1-4A08-9EC2-2C34578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97781-6A28-4766-B101-45E4157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2763A-BCC8-4277-B04E-B18B19F9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B5083-A278-4EA1-AD68-DE970584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252737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2026-10-15T23:22:49.6320000Z</dcterms:created>
  <dcterms:modified xsi:type="dcterms:W3CDTF">2026-10-15T23:22:49.6320000Z</dcterms:modified>
</coreProperties>
</file>