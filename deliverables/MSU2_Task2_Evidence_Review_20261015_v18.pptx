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da261bee2845d8" /><Relationship Type="http://schemas.openxmlformats.org/officeDocument/2006/relationships/extended-properties" Target="/docProps/app.xml" Id="R485f3db3ae904c5d" /><Relationship Type="http://schemas.openxmlformats.org/officeDocument/2006/relationships/officeDocument" Target="/ppt/presentation.xml" Id="R2ed58f6bde4046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249161d554d96"/>
  </p:sldMasterIdLst>
  <p:notesMasterIdLst>
    <p:notesMasterId xmlns:r="http://schemas.openxmlformats.org/officeDocument/2006/relationships" r:id="R0090ce7e30b144e6"/>
  </p:notesMasterIdLst>
  <p:sldIdLst>
    <p:sldId xmlns:r="http://schemas.openxmlformats.org/officeDocument/2006/relationships" id="256" r:id="R7cff9be8cde54259"/>
    <p:sldId xmlns:r="http://schemas.openxmlformats.org/officeDocument/2006/relationships" id="257" r:id="R0546d2b432ab4726"/>
    <p:sldId xmlns:r="http://schemas.openxmlformats.org/officeDocument/2006/relationships" id="258" r:id="R14e5959496a44f36"/>
    <p:sldId xmlns:r="http://schemas.openxmlformats.org/officeDocument/2006/relationships" id="259" r:id="Rf7038a4baec741e3"/>
    <p:sldId xmlns:r="http://schemas.openxmlformats.org/officeDocument/2006/relationships" id="260" r:id="R1eafbfbf6a2d4950"/>
    <p:sldId xmlns:r="http://schemas.openxmlformats.org/officeDocument/2006/relationships" id="261" r:id="R56f8f3c6626e461e"/>
    <p:sldId xmlns:r="http://schemas.openxmlformats.org/officeDocument/2006/relationships" id="262" r:id="R0d762ee679454a96"/>
    <p:sldId xmlns:r="http://schemas.openxmlformats.org/officeDocument/2006/relationships" id="263" r:id="Re3cc3b31b5de47fa"/>
    <p:sldId xmlns:r="http://schemas.openxmlformats.org/officeDocument/2006/relationships" id="264" r:id="R4d5000a5e4da4858"/>
    <p:sldId xmlns:r="http://schemas.openxmlformats.org/officeDocument/2006/relationships" id="265" r:id="R79e3f198cd884977"/>
    <p:sldId xmlns:r="http://schemas.openxmlformats.org/officeDocument/2006/relationships" id="266" r:id="R58a8cabf7a1e44d2"/>
    <p:sldId xmlns:r="http://schemas.openxmlformats.org/officeDocument/2006/relationships" id="267" r:id="R190e6cad3b784c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ff3aee3bc41d2" /><Relationship Type="http://schemas.openxmlformats.org/officeDocument/2006/relationships/slideMaster" Target="/ppt/slideMasters/slideMaster1.xml" Id="R1ca249161d554d96" /><Relationship Type="http://schemas.openxmlformats.org/officeDocument/2006/relationships/notesMaster" Target="/ppt/notesMasters/notesMaster1.xml" Id="R0090ce7e30b144e6" /><Relationship Type="http://schemas.openxmlformats.org/officeDocument/2006/relationships/presProps" Target="/ppt/presProps.xml" Id="R9870606ee2ca49a5" /><Relationship Type="http://schemas.openxmlformats.org/officeDocument/2006/relationships/tableStyles" Target="/ppt/tableStyles.xml" Id="R3e9aa34491eb47d5" /><Relationship Type="http://schemas.openxmlformats.org/officeDocument/2006/relationships/slide" Target="/ppt/slides/slide1.xml" Id="R7cff9be8cde54259" /><Relationship Type="http://schemas.openxmlformats.org/officeDocument/2006/relationships/slide" Target="/ppt/slides/slide2.xml" Id="R0546d2b432ab4726" /><Relationship Type="http://schemas.openxmlformats.org/officeDocument/2006/relationships/slide" Target="/ppt/slides/slide3.xml" Id="R14e5959496a44f36" /><Relationship Type="http://schemas.openxmlformats.org/officeDocument/2006/relationships/slide" Target="/ppt/slides/slide4.xml" Id="Rf7038a4baec741e3" /><Relationship Type="http://schemas.openxmlformats.org/officeDocument/2006/relationships/slide" Target="/ppt/slides/slide5.xml" Id="R1eafbfbf6a2d4950" /><Relationship Type="http://schemas.openxmlformats.org/officeDocument/2006/relationships/slide" Target="/ppt/slides/slide6.xml" Id="R56f8f3c6626e461e" /><Relationship Type="http://schemas.openxmlformats.org/officeDocument/2006/relationships/slide" Target="/ppt/slides/slide7.xml" Id="R0d762ee679454a96" /><Relationship Type="http://schemas.openxmlformats.org/officeDocument/2006/relationships/slide" Target="/ppt/slides/slide8.xml" Id="Re3cc3b31b5de47fa" /><Relationship Type="http://schemas.openxmlformats.org/officeDocument/2006/relationships/slide" Target="/ppt/slides/slide9.xml" Id="R4d5000a5e4da4858" /><Relationship Type="http://schemas.openxmlformats.org/officeDocument/2006/relationships/slide" Target="/ppt/slides/slide10.xml" Id="R79e3f198cd884977" /><Relationship Type="http://schemas.openxmlformats.org/officeDocument/2006/relationships/slide" Target="/ppt/slides/slide11.xml" Id="R58a8cabf7a1e44d2" /><Relationship Type="http://schemas.openxmlformats.org/officeDocument/2006/relationships/slide" Target="/ppt/slides/slide12.xml" Id="R190e6cad3b784c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1a48a63709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d1a475039b46d5" /><Relationship Type="http://schemas.openxmlformats.org/officeDocument/2006/relationships/notesMaster" Target="/ppt/notesMasters/notesMaster1.xml" Id="Rdef0c08d6a2b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200c1191124a56" /><Relationship Type="http://schemas.openxmlformats.org/officeDocument/2006/relationships/notesMaster" Target="/ppt/notesMasters/notesMaster1.xml" Id="Re1c4f32d9c8f48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26b0e32b694168" /><Relationship Type="http://schemas.openxmlformats.org/officeDocument/2006/relationships/notesMaster" Target="/ppt/notesMasters/notesMaster1.xml" Id="Rb3a0ce0b24d84b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1cdcf1de394007" /><Relationship Type="http://schemas.openxmlformats.org/officeDocument/2006/relationships/notesMaster" Target="/ppt/notesMasters/notesMaster1.xml" Id="Rfb4bfe1da709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ee10306be74b07" /><Relationship Type="http://schemas.openxmlformats.org/officeDocument/2006/relationships/notesMaster" Target="/ppt/notesMasters/notesMaster1.xml" Id="R7ba089fe6f4c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6896b2a5d94f0f" /><Relationship Type="http://schemas.openxmlformats.org/officeDocument/2006/relationships/notesMaster" Target="/ppt/notesMasters/notesMaster1.xml" Id="R9f57fe428c3845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5945bfef554c41" /><Relationship Type="http://schemas.openxmlformats.org/officeDocument/2006/relationships/notesMaster" Target="/ppt/notesMasters/notesMaster1.xml" Id="R671577d2979f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53d8571578464d" /><Relationship Type="http://schemas.openxmlformats.org/officeDocument/2006/relationships/notesMaster" Target="/ppt/notesMasters/notesMaster1.xml" Id="Rc8d38a98723d48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f672198c64476e" /><Relationship Type="http://schemas.openxmlformats.org/officeDocument/2006/relationships/notesMaster" Target="/ppt/notesMasters/notesMaster1.xml" Id="R06abc3599b6e4c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3ff3dedbc34d26" /><Relationship Type="http://schemas.openxmlformats.org/officeDocument/2006/relationships/notesMaster" Target="/ppt/notesMasters/notesMaster1.xml" Id="R7c96ce6f94694f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4fc0693d544161" /><Relationship Type="http://schemas.openxmlformats.org/officeDocument/2006/relationships/notesMaster" Target="/ppt/notesMasters/notesMaster1.xml" Id="Rea118b6a9f9643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1f587062ec4aa6" /><Relationship Type="http://schemas.openxmlformats.org/officeDocument/2006/relationships/notesMaster" Target="/ppt/notesMasters/notesMaster1.xml" Id="Rc0d40e01048743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report and raw evidence: results/task2g_bootflow_audit_20261015/README.md, boot.scr, u-boot-initial-env.txt, audit.json, and SHA256SUMS.</a:t>
            </a:r>
          </a:p>
          <a:p xmlns:a="http://schemas.openxmlformats.org/drawingml/2006/main">
            <a:r>
              <a:t>Generated boot.scr SHA-256: 6c555e630e15ae1c7446f606cb99cfe5c52a0fde4e9deb2fa4e418c5d598b608. Initial environment SHA-256: b87a9efa96343fbee9e42b4fbcbc43365a844100c6b7df76153d91a442ba628f.</a:t>
            </a:r>
          </a:p>
          <a:p xmlns:a="http://schemas.openxmlformats.org/drawingml/2006/main">
            <a:r>
              <a:t>The FIT path calls bootm, then MMC/USB may import uEnv.txt and run uenvcmd; raw Image/system.dtb and optional ramdisk paths call booti. QSPI/NAND/NOR branches also fall back to raw boot. Default environment is bootcmd=run distro_bootcmd with broad boot_targets including JTAG, MMC, QSPI, NAND, USB, SCSI, PXE, DHCP, and includes script/extlinux/EFI discovery.</a:t>
            </a:r>
          </a:p>
          <a:p xmlns:a="http://schemas.openxmlformats.org/drawingml/2006/main">
            <a:r>
              <a:t>CONFIG_BOOTCOUNT_LIMIT=y was configured, but no bootlimit or upgrade_available value exists in the captured initial environment. No slot selection, persistent health confirmation, or rollback was tested.</a:t>
            </a:r>
          </a:p>
          <a:p xmlns:a="http://schemas.openxmlformats.org/drawingml/2006/main">
            <a:r>
              <a:t>The audit is a lexical/configuration inspection, not U-Boot sandbox execution or ZCU102 boot. No boot media or board state was changed. Reported conclusion is limited to the generated host build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6d7e72ed544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d49514bbd48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ab629b30e44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654622c9e44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2d69d24142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3789e1ca2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13AE63-1F42-45A4-A1BD-AB47DC190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4FA424-E1F0-4882-837C-2E12FFB384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7CD223-3573-476B-B19A-AFF4A05E4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2FE06C-38CA-4B63-9021-39B0A6487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79B506-73C9-43BF-8F91-5B4A58DE9B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A55B8C-B6A4-4052-82DF-687BCF25E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77DA3D-307F-47A0-A039-D713B4BF92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C12227-7CDC-45DB-9296-1ABE7FDC93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4D8B22-17BA-43B9-87FD-FCD705868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8CEEE0-34F8-400E-826E-5518A5484E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ebf587553e424b" /><Relationship Type="http://schemas.openxmlformats.org/officeDocument/2006/relationships/slideLayout" Target="/ppt/slideLayouts/slideLayout1.xml" Id="R5581b454a0374e1b" /><Relationship Type="http://schemas.openxmlformats.org/officeDocument/2006/relationships/slideLayout" Target="/ppt/slideLayouts/slideLayout2.xml" Id="R3b5f51c015c54951" /><Relationship Type="http://schemas.openxmlformats.org/officeDocument/2006/relationships/slideLayout" Target="/ppt/slideLayouts/slideLayout3.xml" Id="R80d7baf2e05d46e4" /><Relationship Type="http://schemas.openxmlformats.org/officeDocument/2006/relationships/slideLayout" Target="/ppt/slideLayouts/slideLayout4.xml" Id="R834c80553cc74def" /><Relationship Type="http://schemas.openxmlformats.org/officeDocument/2006/relationships/slideLayout" Target="/ppt/slideLayouts/slideLayout5.xml" Id="Rfb07b44071a24c3a" /><Relationship Type="http://schemas.openxmlformats.org/officeDocument/2006/relationships/slideLayout" Target="/ppt/slideLayouts/slideLayout6.xml" Id="R1c6d44a4835b45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81b454a0374e1b"/>
    <p:sldLayoutId xmlns:r="http://schemas.openxmlformats.org/officeDocument/2006/relationships" id="2147483650" r:id="R3b5f51c015c54951"/>
    <p:sldLayoutId xmlns:r="http://schemas.openxmlformats.org/officeDocument/2006/relationships" id="2147483651" r:id="R80d7baf2e05d46e4"/>
    <p:sldLayoutId xmlns:r="http://schemas.openxmlformats.org/officeDocument/2006/relationships" id="2147483652" r:id="R834c80553cc74def"/>
    <p:sldLayoutId xmlns:r="http://schemas.openxmlformats.org/officeDocument/2006/relationships" id="2147483653" r:id="Rfb07b44071a24c3a"/>
    <p:sldLayoutId xmlns:r="http://schemas.openxmlformats.org/officeDocument/2006/relationships" id="2147483654" r:id="R1c6d44a4835b45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b516d399f4301" /><Relationship Type="http://schemas.openxmlformats.org/officeDocument/2006/relationships/notesSlide" Target="/ppt/notesSlides/notesSlide1.xml" Id="Reeac3bfe1b93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0997c830a4dd0" /><Relationship Type="http://schemas.openxmlformats.org/officeDocument/2006/relationships/chart" Target="/ppt/slides/charts/chart1.xml" Id="Ra261d8cf3cf84a3e" /><Relationship Type="http://schemas.openxmlformats.org/officeDocument/2006/relationships/notesSlide" Target="/ppt/notesSlides/notesSlide2.xml" Id="R30e89008d38e45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693cc613742ff" /><Relationship Type="http://schemas.openxmlformats.org/officeDocument/2006/relationships/chart" Target="/ppt/slides/charts/chart2.xml" Id="R8d908bfdf7d04c9c" /><Relationship Type="http://schemas.openxmlformats.org/officeDocument/2006/relationships/notesSlide" Target="/ppt/notesSlides/notesSlide3.xml" Id="R9ef269acb86d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fce890e6a48ed" /><Relationship Type="http://schemas.openxmlformats.org/officeDocument/2006/relationships/chart" Target="/ppt/slides/charts/chart3.xml" Id="R90e0b453fb0c4d7e" /><Relationship Type="http://schemas.openxmlformats.org/officeDocument/2006/relationships/notesSlide" Target="/ppt/notesSlides/notesSlide4.xml" Id="Rd9020ebb459b45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17d9b714d496f" /><Relationship Type="http://schemas.openxmlformats.org/officeDocument/2006/relationships/notesSlide" Target="/ppt/notesSlides/notesSlide5.xml" Id="Rd1101cf4ea3344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492ec6a594e82" /><Relationship Type="http://schemas.openxmlformats.org/officeDocument/2006/relationships/notesSlide" Target="/ppt/notesSlides/notesSlide6.xml" Id="Rec1ab24cdfa642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11231fded468e" /><Relationship Type="http://schemas.openxmlformats.org/officeDocument/2006/relationships/chart" Target="/ppt/slides/charts/chart4.xml" Id="Rdf7a6fca4cbf4037" /><Relationship Type="http://schemas.openxmlformats.org/officeDocument/2006/relationships/notesSlide" Target="/ppt/notesSlides/notesSlide7.xml" Id="R419bf966399243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5cdf0a2af46bd" /><Relationship Type="http://schemas.openxmlformats.org/officeDocument/2006/relationships/notesSlide" Target="/ppt/notesSlides/notesSlide8.xml" Id="R3268e9b485874e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8bb4dd9f0489e" /><Relationship Type="http://schemas.openxmlformats.org/officeDocument/2006/relationships/notesSlide" Target="/ppt/notesSlides/notesSlide9.xml" Id="R64d4be923454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b72532f4942c9" /><Relationship Type="http://schemas.openxmlformats.org/officeDocument/2006/relationships/notesSlide" Target="/ppt/notesSlides/notesSlide10.xml" Id="R845dc8eac2374c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53f26755449bf" /><Relationship Type="http://schemas.openxmlformats.org/officeDocument/2006/relationships/notesSlide" Target="/ppt/notesSlides/notesSlide11.xml" Id="Rf1851afdb2a648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bbfe969ba40c7" /><Relationship Type="http://schemas.openxmlformats.org/officeDocument/2006/relationships/notesSlide" Target="/ppt/notesSlides/notesSlide12.xml" Id="R2a39e2a90d764b6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5D32E-B018-4E28-B680-96B9ADE7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12F98-1B53-4CA4-8FB5-9475275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B1AC5-B99D-4F55-A0BE-F53DD42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46D34-7935-4C5C-BA9A-61756E4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6E8B2-9A97-466A-A4CF-68D3FD99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98688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B04D9-8699-4464-A20B-C76EE823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1FB4A-464B-4097-B271-70D88874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2E5C-F5F7-4A30-8910-C15262FA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51350-7036-408C-924E-920B9BCB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1A00756-B072-4B70-8436-6176966914D3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61d8cf3cf84a3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CBBB5-B915-472D-894E-17B6C37A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A3A63-4F95-4331-974C-8855B01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5E1C2-26B7-48EE-9CE6-C4FBE02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9319A-419E-43D6-8BBF-2160A8BF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AB73C-6949-417E-8944-9034249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541439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1CCF8-9910-4F7C-8391-54C96F0A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987E1-5A34-420B-91BE-A03D3C3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08A08-59BB-4473-9779-F5FF6C4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96D23-6A04-4633-9F2A-00F68EC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8F1BFC6-4018-4E06-AAEE-8B0D9BF2EEA3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908bfdf7d04c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F57A8-7887-49B4-BFBC-39D2F2A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BEB7F-3FFA-4EED-A26A-3CD2BC15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4374A-829F-4A41-BD4B-0B3D72FF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44BFA-000F-41DC-84C5-F6616DDF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70DCB-8596-474A-B97E-2A05C2F8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656892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2B349-4051-4E33-9BDA-CEDDBEC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416F3-7CA7-4AEB-8AAE-15BE33DD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C90CF-0BFB-414B-B881-A68189F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77DFD-B5D2-4A23-9031-E1046C35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5C77A39-7A20-4ECF-B8CF-FFA41059534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e0b453fb0c4d7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32E64-86DA-42C8-9340-5678E4E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62415-F533-4641-B0E4-CBB8D9A4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13C78-CF54-40DD-B632-B48E94F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2426D-CB58-4229-A828-B22A3558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316022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A5754-CB55-48DD-B32C-D7B170FC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29DF4-FD5F-4A53-ABBF-CC8E4E0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D8457-C486-41EB-BFBC-4FC0465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98874-8759-4BCF-B843-A054A57B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DC10C-763B-4A77-807D-FACD0770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DB15-795A-4B52-8B20-7BBDF5D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2F296-7A8B-4AD0-9D4F-B006A11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3B8FA-2D4B-4BC9-950F-4753183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4958F-001B-4FC5-9131-1B353A41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D98EE-50D0-485A-A0AA-10A4A5E0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A4A2E-B5EA-4F3F-9D2E-0F1A3C24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B0768-232D-426C-A7D7-FFC170B9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B562B-80D6-4159-A3F2-15EECD77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3D9D3-806A-4598-90C5-EBAED836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CDC08-A658-44FD-AA5C-98FA4A2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5A959-E5A0-422A-BA57-FAB9D9D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954D5-57F7-4F79-9B9D-E8B6AC2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49E8-7BBA-4582-A77F-1D61BA8A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9D3ED-812B-4634-8463-47A6DA22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A1CCC-7D0D-4A14-8E5F-E3117E3A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29667-4B96-4ADA-82F8-666308DA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307291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80D1A-4FA7-4FF3-98CE-B4C7D758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83368-862A-482A-9138-BBFA3700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B809F-45A6-4BF5-B153-041E7C7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547C9-B9A1-4F18-9ED3-49C1EC8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99F9-91C7-45B2-B06B-F0FAC88C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228DB-498E-4777-BE4D-C0113003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6B881-200D-4A10-B97C-6EDEA2A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949E8-8EFC-4D3D-8B58-6E46B1CA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6FA98-7281-4A56-9736-5C9426E6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9FEA9-0EEE-400A-80E0-B5AAB4D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0F70E-5600-4103-824A-C6D9B51B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3D505-653C-447A-9EFC-A01E8BF4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D5FA6-583A-41B8-B4FD-BAEE4A5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57589-E093-4895-A02E-C2174670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A3374-907B-436F-BA92-93B5F8D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DA13B-FDDD-4265-BAD5-DA044904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C2ED9-6438-42D0-A688-8D72A3A8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31554-9F9F-4049-92D7-72F9FC4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B877A-3986-42AB-B726-C858CF43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B8527-83E3-4128-BCE3-2D5E354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AE55D3-144C-4581-BE6E-3AEC51A1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E3939-BB73-4680-8741-93ABE095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29A6E-B389-4D82-96C4-468B4FA7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13106-16A8-4385-B0FF-0CC35F77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43520-F70F-4750-A1A4-726AD9F9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F54CC-54CA-4CAF-8B81-A83EBD85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97145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A9F6A-A6BE-454F-9300-F8FA2A3A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AE43C-41C1-42F4-BFA8-6AAD5F6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47BB7-A482-473C-87FB-D6B4B877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0A109-B75E-4EEC-991B-F842FEA0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C207C9C-57DA-4DD7-B533-AC4DD048753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7a6fca4cbf40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ABFE9-B337-4260-9FD6-D227AC35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E81EE-0CF5-443A-929F-6ED1C981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14A3C-ACB2-410D-A329-0F7BE63F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395BF-A386-401E-81A5-C42F5FB6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061802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1B1B6-A5ED-4170-9E41-1BF48F2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C54BD-36CF-47F2-8D55-FD1675DB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15D1-1937-4100-A8A6-28A91A5E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B4E68-270E-4B20-ABD6-8711F0CC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389FE-9BF1-4E71-A362-4DE05493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76C94-2514-42DD-A9BD-524F6FD1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7B686-ACC2-4D57-923C-AEAFD0E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51927-E1DB-465D-9BC6-3FBDC7D1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A9D3D-3869-40C0-82E0-0EFE756D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F6243-868A-493F-9936-0479905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70BE5-8820-4215-B5C2-3BA2FE4B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099F5-AC54-4543-A6FB-9BB90AE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6B8DF-E630-490C-9AF2-BF08DA33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43C84-1775-4EB1-8D6A-ED0E0A4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B7A95-4589-47DB-99FE-FDA8179B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CF4E8-0D11-4855-A001-3D63C00D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28547-74A8-4AA7-8077-85ABE10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2146631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80859-3D4E-4443-A691-482AB44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24341-7257-47B0-98A5-7D564A6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AEE8B-D542-45A8-90C1-B420992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71B45-7A86-4290-B5B5-50D5B303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1D630-E851-4688-A092-D2B30367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618CB-F54E-4F87-A048-CBDBE838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229AB-6DD5-4390-BE92-FECB7AB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34C96-50D4-45D7-9E8B-CD8DFFEA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122EF-6C29-41D3-9A0E-AF7B016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4EEF3-FC23-44BD-8525-957244B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272CC-4609-461E-B1D7-24DB1C4A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5889761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63A27-0BE3-4E59-BF1F-528EAD8D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CB0CF-F0F2-49F4-A881-7AF9E47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67A87-65B0-4496-8816-E126847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1BF3B-FB2E-4C6F-9837-DECF736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34539-82F0-4686-89A0-A6A10AD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877AB-48F7-404A-8F72-C28FE46D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D18AD-94D1-46F8-A5A0-386C2F3F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93976-C597-48B1-BFEA-26D98E4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39041-6624-4A56-86BA-30D3C8F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E5E7B-51D8-4C4C-B2D7-C19C2397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00E77-3EA1-4710-BB77-0B9B822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F1E61-003C-4456-85B4-604FE94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99306-E979-4F90-AD7E-3A5F9CB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33328-0B73-4765-A700-5DF0645A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43404-F706-4C20-B6E9-7E9BA87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6A216-6731-4E3A-BF36-1376636A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589C3-16E9-4C6A-8DA3-128A06E5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10161-2E05-43FB-AA5D-010AAF54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5513E-B744-42E4-9005-687A92D5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F6D21-2A33-4CE3-9FDD-2C81DC4E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36034-9EFE-4CCB-B0D0-D4255C4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56234-D832-4AF6-95C0-ED69CE09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19D1D-BCC6-4CBF-BA84-B5957E65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FB9E6-AF90-48DB-BA40-B202CB0C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2017906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AF73A-5E9E-43BD-873A-1618FE9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9F6D1-2E97-4BA4-98B7-B38D1AB0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FE0DE-2C20-4539-84B6-71E8B97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A2958-CA46-4747-9C2D-48162CD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18C22-AA51-43F5-9D8B-06726818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9F4B7-486D-4171-9009-2A58EAB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85F42-E466-431E-A9D9-4C03844E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E7EF9-4EFF-4FBC-A46F-C19B551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A6604-A3BE-4CFF-9738-DE55BD6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6490F-9761-4580-BD71-70A96EDC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281DE-C6F6-4A2C-9548-7F313C40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77A93-E3B3-4592-B7BC-26B2A19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E5CD2-0348-46AB-80A8-7160A08F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FE1A2-7B04-4DBD-94AD-9BF8E9D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BFF5B-F291-43D6-8812-7E6FDBE5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CC138-05A1-4C6C-B883-5A491FC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08993-FFCB-47D1-AF7C-243128B3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07FB5-C894-42B4-90D1-06357C0A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68C87-20A8-40C2-A6ED-64D1742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4DB32-94E1-43E6-A5E9-7D413EA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618D9-1CB9-40DD-8DF9-C90B2457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312E4-3681-4645-B554-7F81AB7D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E6E5A-3602-4D32-AAF7-53F9C52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E01EE-5E6E-4E35-A7C0-AAC7D713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E5AD3-DF29-4D54-8CD1-CD8CC678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011397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C2791-5B8F-45C0-A07C-D57D98C5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6B201-DBF0-4A62-8279-5A68591A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C026A-2148-433D-AEAF-2CFE17D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BE3AD-8B73-44A1-911D-B11A06C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4F6AC-DA8D-44D9-AA26-758F6AA4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COMPILED BOOT 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818F-6780-4DA6-822F-7A535F45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COMPILED DEFAULT 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A35B-DCAF-423C-8F54-74D1390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Load image.ub</a:t>
            </a:r>
          </a:p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bootm verifies the signed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C6CC7-D8DE-4FF7-89C5-8BB2472A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If FIT boot returns: load Image + system.dtb</a:t>
            </a:r>
          </a:p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3  booti hands off the raw 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559F2-80EF-43CA-A2B9-F34593E3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MMC/USB also imports uEnv.txt and runs uenvcmd.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B0C53-720A-48FF-8D4B-517EA29B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includes JTAG, MMC,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873DF-B37B-466E-B3D1-926F4EB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Distro scan also checks scripts, extlinux,</a:t>
            </a:r>
          </a:p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and EFI boot paths across discovered media.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484DE-76A9-4745-AFB1-2F89640E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No bootlimit or upgrade_available in initial environment.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8E689-6464-4D0E-A54A-9C556338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73414-528C-4576-9C07-AF98EA51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FIT signature validation passes in isolation, but generated boot policy is not fail-closed. Restrict trusted boot paths, remove raw fallbacks and external command imports, then test persistent A/B rollback before claiming secure update.</a:t>
            </a:r>
          </a:p>
        </p:txBody>
      </p:sp>
    </p:spTree>
    <p:extLst>
      <p:ext uri="{BB962C8B-B14F-4D97-AF65-F5344CB8AC3E}">
        <p14:creationId xmlns:p14="http://schemas.microsoft.com/office/powerpoint/2010/main" val="1632217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2026-10-16T00:21:47.5120000Z</dcterms:created>
  <dcterms:modified xsi:type="dcterms:W3CDTF">2026-10-16T00:21:47.5120000Z</dcterms:modified>
</coreProperties>
</file>