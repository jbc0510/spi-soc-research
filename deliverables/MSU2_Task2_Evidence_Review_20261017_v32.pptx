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4a1ec1f4e40ce" /><Relationship Type="http://schemas.openxmlformats.org/officeDocument/2006/relationships/extended-properties" Target="/docProps/app.xml" Id="R81782af355454704" /><Relationship Type="http://schemas.openxmlformats.org/officeDocument/2006/relationships/officeDocument" Target="/ppt/presentation.xml" Id="R00f996ee7de8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ee8e639a94e2a"/>
  </p:sldMasterIdLst>
  <p:notesMasterIdLst>
    <p:notesMasterId xmlns:r="http://schemas.openxmlformats.org/officeDocument/2006/relationships" r:id="R27066fffc80e4aeb"/>
  </p:notesMasterIdLst>
  <p:sldIdLst>
    <p:sldId xmlns:r="http://schemas.openxmlformats.org/officeDocument/2006/relationships" id="256" r:id="R78fa0ebf66994002"/>
    <p:sldId xmlns:r="http://schemas.openxmlformats.org/officeDocument/2006/relationships" id="257" r:id="R3415518c8d654f5b"/>
    <p:sldId xmlns:r="http://schemas.openxmlformats.org/officeDocument/2006/relationships" id="258" r:id="R8184fe70d00b42d4"/>
    <p:sldId xmlns:r="http://schemas.openxmlformats.org/officeDocument/2006/relationships" id="259" r:id="R8eb45ab4e2a04f2e"/>
    <p:sldId xmlns:r="http://schemas.openxmlformats.org/officeDocument/2006/relationships" id="260" r:id="R15ecab58596b4d05"/>
    <p:sldId xmlns:r="http://schemas.openxmlformats.org/officeDocument/2006/relationships" id="261" r:id="Re45c29545d3b4459"/>
    <p:sldId xmlns:r="http://schemas.openxmlformats.org/officeDocument/2006/relationships" id="262" r:id="Rfb3e10f9d2ec4bf5"/>
    <p:sldId xmlns:r="http://schemas.openxmlformats.org/officeDocument/2006/relationships" id="263" r:id="R66dca031b922443c"/>
    <p:sldId xmlns:r="http://schemas.openxmlformats.org/officeDocument/2006/relationships" id="264" r:id="Rea4d15f0e6184320"/>
    <p:sldId xmlns:r="http://schemas.openxmlformats.org/officeDocument/2006/relationships" id="265" r:id="R83eb17ba5ebc48db"/>
    <p:sldId xmlns:r="http://schemas.openxmlformats.org/officeDocument/2006/relationships" id="266" r:id="R555a5fa82c7e42a2"/>
    <p:sldId xmlns:r="http://schemas.openxmlformats.org/officeDocument/2006/relationships" id="267" r:id="R1a4c5641934641d7"/>
    <p:sldId xmlns:r="http://schemas.openxmlformats.org/officeDocument/2006/relationships" id="268" r:id="R2c3454732eb042bd"/>
    <p:sldId xmlns:r="http://schemas.openxmlformats.org/officeDocument/2006/relationships" id="269" r:id="R1004379464a64381"/>
    <p:sldId xmlns:r="http://schemas.openxmlformats.org/officeDocument/2006/relationships" id="270" r:id="R7100ba4a32b8443d"/>
    <p:sldId xmlns:r="http://schemas.openxmlformats.org/officeDocument/2006/relationships" id="271" r:id="R642dff2af4cb4cc0"/>
    <p:sldId xmlns:r="http://schemas.openxmlformats.org/officeDocument/2006/relationships" id="272" r:id="R1a73f467b5024c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878c6f00104e07" /><Relationship Type="http://schemas.openxmlformats.org/officeDocument/2006/relationships/slideMaster" Target="/ppt/slideMasters/slideMaster1.xml" Id="Rf4aee8e639a94e2a" /><Relationship Type="http://schemas.openxmlformats.org/officeDocument/2006/relationships/notesMaster" Target="/ppt/notesMasters/notesMaster1.xml" Id="R27066fffc80e4aeb" /><Relationship Type="http://schemas.openxmlformats.org/officeDocument/2006/relationships/presProps" Target="/ppt/presProps.xml" Id="R91bf90c026914a93" /><Relationship Type="http://schemas.openxmlformats.org/officeDocument/2006/relationships/tableStyles" Target="/ppt/tableStyles.xml" Id="R97923ff1254f4d63" /><Relationship Type="http://schemas.openxmlformats.org/officeDocument/2006/relationships/slide" Target="/ppt/slides/slide1.xml" Id="R78fa0ebf66994002" /><Relationship Type="http://schemas.openxmlformats.org/officeDocument/2006/relationships/slide" Target="/ppt/slides/slide2.xml" Id="R3415518c8d654f5b" /><Relationship Type="http://schemas.openxmlformats.org/officeDocument/2006/relationships/slide" Target="/ppt/slides/slide3.xml" Id="R8184fe70d00b42d4" /><Relationship Type="http://schemas.openxmlformats.org/officeDocument/2006/relationships/slide" Target="/ppt/slides/slide4.xml" Id="R8eb45ab4e2a04f2e" /><Relationship Type="http://schemas.openxmlformats.org/officeDocument/2006/relationships/slide" Target="/ppt/slides/slide5.xml" Id="R15ecab58596b4d05" /><Relationship Type="http://schemas.openxmlformats.org/officeDocument/2006/relationships/slide" Target="/ppt/slides/slide6.xml" Id="Re45c29545d3b4459" /><Relationship Type="http://schemas.openxmlformats.org/officeDocument/2006/relationships/slide" Target="/ppt/slides/slide7.xml" Id="Rfb3e10f9d2ec4bf5" /><Relationship Type="http://schemas.openxmlformats.org/officeDocument/2006/relationships/slide" Target="/ppt/slides/slide8.xml" Id="R66dca031b922443c" /><Relationship Type="http://schemas.openxmlformats.org/officeDocument/2006/relationships/slide" Target="/ppt/slides/slide9.xml" Id="Rea4d15f0e6184320" /><Relationship Type="http://schemas.openxmlformats.org/officeDocument/2006/relationships/slide" Target="/ppt/slides/slide10.xml" Id="R83eb17ba5ebc48db" /><Relationship Type="http://schemas.openxmlformats.org/officeDocument/2006/relationships/slide" Target="/ppt/slides/slide11.xml" Id="R555a5fa82c7e42a2" /><Relationship Type="http://schemas.openxmlformats.org/officeDocument/2006/relationships/slide" Target="/ppt/slides/slide12.xml" Id="R1a4c5641934641d7" /><Relationship Type="http://schemas.openxmlformats.org/officeDocument/2006/relationships/slide" Target="/ppt/slides/slide13.xml" Id="R2c3454732eb042bd" /><Relationship Type="http://schemas.openxmlformats.org/officeDocument/2006/relationships/slide" Target="/ppt/slides/slide14.xml" Id="R1004379464a64381" /><Relationship Type="http://schemas.openxmlformats.org/officeDocument/2006/relationships/slide" Target="/ppt/slides/slide15.xml" Id="R7100ba4a32b8443d" /><Relationship Type="http://schemas.openxmlformats.org/officeDocument/2006/relationships/slide" Target="/ppt/slides/slide16.xml" Id="R642dff2af4cb4cc0" /><Relationship Type="http://schemas.openxmlformats.org/officeDocument/2006/relationships/slide" Target="/ppt/slides/slide17.xml" Id="R1a73f467b502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89f63fa79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8e5b0393e43c5" /><Relationship Type="http://schemas.openxmlformats.org/officeDocument/2006/relationships/notesMaster" Target="/ppt/notesMasters/notesMaster1.xml" Id="Rcad91b44711d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3558676479437a" /><Relationship Type="http://schemas.openxmlformats.org/officeDocument/2006/relationships/notesMaster" Target="/ppt/notesMasters/notesMaster1.xml" Id="R94eb23bd9d9d4f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125a32f494113" /><Relationship Type="http://schemas.openxmlformats.org/officeDocument/2006/relationships/notesMaster" Target="/ppt/notesMasters/notesMaster1.xml" Id="R46d5e5bc23c1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99598b22524342" /><Relationship Type="http://schemas.openxmlformats.org/officeDocument/2006/relationships/notesMaster" Target="/ppt/notesMasters/notesMaster1.xml" Id="R0cdb63daddd8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009c1f8c764f9a" /><Relationship Type="http://schemas.openxmlformats.org/officeDocument/2006/relationships/notesMaster" Target="/ppt/notesMasters/notesMaster1.xml" Id="Ra9c2a56a1a504a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a66230f9d410a" /><Relationship Type="http://schemas.openxmlformats.org/officeDocument/2006/relationships/notesMaster" Target="/ppt/notesMasters/notesMaster1.xml" Id="Rcf4ca216a439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665dd7a92340f6" /><Relationship Type="http://schemas.openxmlformats.org/officeDocument/2006/relationships/notesMaster" Target="/ppt/notesMasters/notesMaster1.xml" Id="R9ad4ddff55a343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7fdec73ec44a9" /><Relationship Type="http://schemas.openxmlformats.org/officeDocument/2006/relationships/notesMaster" Target="/ppt/notesMasters/notesMaster1.xml" Id="R8b3b1d394df548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d868c3e81a4ec0" /><Relationship Type="http://schemas.openxmlformats.org/officeDocument/2006/relationships/notesMaster" Target="/ppt/notesMasters/notesMaster1.xml" Id="R920ed830d68e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4881c436c495d" /><Relationship Type="http://schemas.openxmlformats.org/officeDocument/2006/relationships/notesMaster" Target="/ppt/notesMasters/notesMaster1.xml" Id="R3fa7950f75db40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f60f962d484261" /><Relationship Type="http://schemas.openxmlformats.org/officeDocument/2006/relationships/notesMaster" Target="/ppt/notesMasters/notesMaster1.xml" Id="Rbbde54b058d547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6b97e49674139" /><Relationship Type="http://schemas.openxmlformats.org/officeDocument/2006/relationships/notesMaster" Target="/ppt/notesMasters/notesMaster1.xml" Id="R2a36888e0d784a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b3b52a76784a0b" /><Relationship Type="http://schemas.openxmlformats.org/officeDocument/2006/relationships/notesMaster" Target="/ppt/notesMasters/notesMaster1.xml" Id="R3ebac4fdd2184e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b4d65462af4f98" /><Relationship Type="http://schemas.openxmlformats.org/officeDocument/2006/relationships/notesMaster" Target="/ppt/notesMasters/notesMaster1.xml" Id="R02b10c3514ff4c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391397a1364a19" /><Relationship Type="http://schemas.openxmlformats.org/officeDocument/2006/relationships/notesMaster" Target="/ppt/notesMasters/notesMaster1.xml" Id="Rd9b790bc660d4f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c64d4516894ed8" /><Relationship Type="http://schemas.openxmlformats.org/officeDocument/2006/relationships/notesMaster" Target="/ppt/notesMasters/notesMaster1.xml" Id="Rdadb83a5944746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5052f1ce44474f" /><Relationship Type="http://schemas.openxmlformats.org/officeDocument/2006/relationships/notesMaster" Target="/ppt/notesMasters/notesMaster1.xml" Id="R1ad53f116f8e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52fc8f00f4e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8971c99c349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692fe80f247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753a9a6ae4b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1dbd6aede4d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bda61dce54e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AAD9E6-AE75-48C1-B554-A6CF72FE5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0781ED-1AED-4905-9AB8-09B86017B5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A8362B-89CD-49EB-BA12-C4315A758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5866A-8BB5-49F4-9E9E-AF5DE4468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3ABB4B-5E05-491B-A896-2A16111FCD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271DC5-FC2F-49DD-B677-EEB9FD360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BA46F0-E858-4AE9-82C7-F3590FBF1D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A1C770-4223-40D8-B6F0-3E8D0CEB57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0AE2A-1464-4650-BF16-DEF8E65343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9CC95-3765-4EA4-A553-45C48902C5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5fdcc330643e0" /><Relationship Type="http://schemas.openxmlformats.org/officeDocument/2006/relationships/slideLayout" Target="/ppt/slideLayouts/slideLayout1.xml" Id="R393fbfc47c204b24" /><Relationship Type="http://schemas.openxmlformats.org/officeDocument/2006/relationships/slideLayout" Target="/ppt/slideLayouts/slideLayout2.xml" Id="Rdada23d0cb004b25" /><Relationship Type="http://schemas.openxmlformats.org/officeDocument/2006/relationships/slideLayout" Target="/ppt/slideLayouts/slideLayout3.xml" Id="Ra82b41509ea5451f" /><Relationship Type="http://schemas.openxmlformats.org/officeDocument/2006/relationships/slideLayout" Target="/ppt/slideLayouts/slideLayout4.xml" Id="Rf72b6797f5954115" /><Relationship Type="http://schemas.openxmlformats.org/officeDocument/2006/relationships/slideLayout" Target="/ppt/slideLayouts/slideLayout5.xml" Id="Rb8f925b8202b4701" /><Relationship Type="http://schemas.openxmlformats.org/officeDocument/2006/relationships/slideLayout" Target="/ppt/slideLayouts/slideLayout6.xml" Id="R48d5f84067e6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fbfc47c204b24"/>
    <p:sldLayoutId xmlns:r="http://schemas.openxmlformats.org/officeDocument/2006/relationships" id="2147483650" r:id="Rdada23d0cb004b25"/>
    <p:sldLayoutId xmlns:r="http://schemas.openxmlformats.org/officeDocument/2006/relationships" id="2147483651" r:id="Ra82b41509ea5451f"/>
    <p:sldLayoutId xmlns:r="http://schemas.openxmlformats.org/officeDocument/2006/relationships" id="2147483652" r:id="Rf72b6797f5954115"/>
    <p:sldLayoutId xmlns:r="http://schemas.openxmlformats.org/officeDocument/2006/relationships" id="2147483653" r:id="Rb8f925b8202b4701"/>
    <p:sldLayoutId xmlns:r="http://schemas.openxmlformats.org/officeDocument/2006/relationships" id="2147483654" r:id="R48d5f84067e6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c863722104be6" /><Relationship Type="http://schemas.openxmlformats.org/officeDocument/2006/relationships/notesSlide" Target="/ppt/notesSlides/notesSlide1.xml" Id="R5b588194319842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6c9329ba64b06" /><Relationship Type="http://schemas.openxmlformats.org/officeDocument/2006/relationships/chart" Target="/ppt/slides/charts/chart1.xml" Id="R3a561987a2c845fb" /><Relationship Type="http://schemas.openxmlformats.org/officeDocument/2006/relationships/notesSlide" Target="/ppt/notesSlides/notesSlide2.xml" Id="R3a770d3e2dab4f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b149b385546f4" /><Relationship Type="http://schemas.openxmlformats.org/officeDocument/2006/relationships/chart" Target="/ppt/slides/charts/chart2.xml" Id="Ra70cd6167cf54a52" /><Relationship Type="http://schemas.openxmlformats.org/officeDocument/2006/relationships/notesSlide" Target="/ppt/notesSlides/notesSlide3.xml" Id="R9fc830a1744848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2e3243d8c4884" /><Relationship Type="http://schemas.openxmlformats.org/officeDocument/2006/relationships/chart" Target="/ppt/slides/charts/chart3.xml" Id="Rc6b124fccfc44901" /><Relationship Type="http://schemas.openxmlformats.org/officeDocument/2006/relationships/notesSlide" Target="/ppt/notesSlides/notesSlide4.xml" Id="Ra8ff7caf690345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0b72216fa4b5d" /><Relationship Type="http://schemas.openxmlformats.org/officeDocument/2006/relationships/notesSlide" Target="/ppt/notesSlides/notesSlide5.xml" Id="Ra352b70f2f5a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78642eb664c1c" /><Relationship Type="http://schemas.openxmlformats.org/officeDocument/2006/relationships/notesSlide" Target="/ppt/notesSlides/notesSlide6.xml" Id="R03f8597c8afc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af64eb9b64733" /><Relationship Type="http://schemas.openxmlformats.org/officeDocument/2006/relationships/chart" Target="/ppt/slides/charts/chart4.xml" Id="Ra9cb95a9cba5447e" /><Relationship Type="http://schemas.openxmlformats.org/officeDocument/2006/relationships/notesSlide" Target="/ppt/notesSlides/notesSlide7.xml" Id="R41400f2875574f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e48d5d74f4a54" /><Relationship Type="http://schemas.openxmlformats.org/officeDocument/2006/relationships/notesSlide" Target="/ppt/notesSlides/notesSlide8.xml" Id="Rbe921062e57049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eb0214df14bab" /><Relationship Type="http://schemas.openxmlformats.org/officeDocument/2006/relationships/notesSlide" Target="/ppt/notesSlides/notesSlide9.xml" Id="R63f2349178aa4f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ed22e3dbe4536" /><Relationship Type="http://schemas.openxmlformats.org/officeDocument/2006/relationships/notesSlide" Target="/ppt/notesSlides/notesSlide10.xml" Id="R295807cf7aab42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9f5290a31423c" /><Relationship Type="http://schemas.openxmlformats.org/officeDocument/2006/relationships/notesSlide" Target="/ppt/notesSlides/notesSlide11.xml" Id="R346f9546ba4d43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ac67defc545d4" /><Relationship Type="http://schemas.openxmlformats.org/officeDocument/2006/relationships/notesSlide" Target="/ppt/notesSlides/notesSlide12.xml" Id="Rd9ca69d2f02d4e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beaa200594f84" /><Relationship Type="http://schemas.openxmlformats.org/officeDocument/2006/relationships/chart" Target="/ppt/slides/charts/chart5.xml" Id="R41a296f1ecc54f77" /><Relationship Type="http://schemas.openxmlformats.org/officeDocument/2006/relationships/notesSlide" Target="/ppt/notesSlides/notesSlide13.xml" Id="Rf5643f3df88143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3f093e1c3441c" /><Relationship Type="http://schemas.openxmlformats.org/officeDocument/2006/relationships/chart" Target="/ppt/slides/charts/chart6.xml" Id="R8b463e73d8424d85" /><Relationship Type="http://schemas.openxmlformats.org/officeDocument/2006/relationships/notesSlide" Target="/ppt/notesSlides/notesSlide14.xml" Id="R9eaca7531c574f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f298aa2434a72" /><Relationship Type="http://schemas.openxmlformats.org/officeDocument/2006/relationships/notesSlide" Target="/ppt/notesSlides/notesSlide15.xml" Id="Rddb89f24021842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d6c7887b14e3a" /><Relationship Type="http://schemas.openxmlformats.org/officeDocument/2006/relationships/chart" Target="/ppt/slides/charts/chart7.xml" Id="R3e5ff7cf816148a2" /><Relationship Type="http://schemas.openxmlformats.org/officeDocument/2006/relationships/notesSlide" Target="/ppt/notesSlides/notesSlide16.xml" Id="R005bfc19e0fc4c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3abad19d94709" /><Relationship Type="http://schemas.openxmlformats.org/officeDocument/2006/relationships/notesSlide" Target="/ppt/notesSlides/notesSlide17.xml" Id="Raec3a6d571c6429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25857-57B1-4958-979D-E720069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848FB-AA05-4BE4-AEB2-28DCFB0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03576-75A3-4935-AD9F-E3EAECF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03879-BE0A-4937-A071-E2E5678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C6326-B45D-4559-B980-BD165AD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6529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3E3C-C00B-4738-86F7-8A778FF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D9D0E-AD25-4E6F-882D-53E5814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BD9BC-C0FD-46AD-87FB-045EF3B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3DEB-E101-4ED3-B954-02A42CC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F9F5B7B-0F9D-4A6E-A45E-09687599223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561987a2c845f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F0147-3B06-4C9E-AF0F-DDF2AA17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5DB73-52E9-4C99-AD02-17B4E1B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05C6D-55C3-416C-89F7-DAB23B9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C45DC-1606-4ADA-BF96-AE06C4FB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38617-47BF-4463-8292-9CA4461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559819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63593-9C8C-4828-B693-9D95173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9A807-9A7C-4BA9-BB53-2CE1D08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E8398-2000-4292-B281-6147F260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02569-F06A-4452-B4E2-2F7B9EDC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A1A8011-CC4F-425B-934E-55E2FD61140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0cd6167cf54a5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720A1-879A-48E1-92C2-7C9644FF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8CC7-0794-4BE7-8908-D014361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56257-DEE3-4823-8296-4240051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A5391-1C4D-4018-A195-82DEC48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F6BDD-60D2-4557-B57C-AB042B6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2118507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F90EA-36DF-4CB5-BCDA-EB9D760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6A887-7303-41C1-8BFD-B127F1D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ECDF-CA8C-4E20-8F90-475C950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36FDD-ECAC-4753-972A-EF155B1F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7D4E94C-19DC-455E-AB2F-CE958F912D3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b124fccfc4490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A1F74-5452-4A8E-8C51-6F6B2292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CB6A0-53A0-4722-89BD-A69DE7C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A745-D0EB-41C6-8B38-68689669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5C979-0454-403E-A8B3-1AAADE00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24853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37DBD-AFC3-4366-86F3-DB68599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D8A82-C554-485D-B362-3053B7C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DEB51-6FD9-401E-B555-CFE85CB1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F2ABB-6B44-4076-9DBD-7694BCC0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2AE38-0F6F-4DD0-99B4-03DB0270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F890-DCC9-4966-A37C-014523F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1A130-97FE-4323-96FC-CE42F6D3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BD09B-E70B-407E-AF33-0CD52B0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96713-78BE-4CE4-A089-EE62D69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C6BA6-AF29-4E19-B0FC-A9A9BB9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C9FE2-5209-4AA9-A1D1-43E7A16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50391-CF40-4356-ADFE-3192885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FB1D0-F5DB-4416-95F9-C9A7C495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4AAF4-EBEA-40E9-8BDF-1541DA9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F54A1-C444-4EB6-B9E8-ED991E6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F54A0-20D4-4433-B348-968F162B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2701F-F2B7-44F5-9547-04D3D97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4A139-B06E-42C1-B7B4-1AB89F5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6567C-3093-4D6B-ADAC-81D690E4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AB608-85AF-4274-8911-54A7771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BA7A2-7B88-4DB0-8122-0D34973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CE6E2-5E23-4649-B4C2-E096A99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FE8BF-5EE8-4AF6-94B9-0A91290F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70A23-1A29-46D2-A919-6855DEB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1C521-67FB-4144-BD2B-FD158506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33F81-D731-49BF-B16D-74DB676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9DD47-394C-447D-814B-B367A3D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D4452-4DF6-45C8-93B4-547DBB2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4093B-3111-4C82-8A5D-E676FC0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930D6-A973-43A8-AF6E-B31B10B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681AF-300A-4951-ACF8-F7491BC0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F625DB-4AAF-41E0-A44E-25C9B4B7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6CEBB-0656-4F0F-BBA7-3675A5D0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007193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F2F28C-0C37-4B48-9A61-E2DBA764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8993-EEF4-4473-BE48-5405EE95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7BC0-722B-42C3-961B-C85F21E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BAF1F-CE6C-4E7E-B88E-E4F3421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F6CF3-1B23-476B-90F1-1E56E2A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264E2-FEE3-4250-B72F-B43C813E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12359-A27E-4717-B39C-0658B3CC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A4316-A25D-46E6-84D1-2949F9CA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8EE6E-278C-4ED5-A8A6-FB62320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FE34E-4E6E-4D29-B5FC-E82189B8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11F61-6E49-4C3B-A8AD-739F762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BDA36-B07F-454E-A4A0-F921D62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04D4F-3211-4E79-9ECE-9FB7FF3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BC153-677E-4B81-B42C-4549298F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09B2A-A77F-4A9A-A885-98F7ECD7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73058-E14D-4B81-8A92-74699702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A4A5E-FB50-4E1F-9DE2-E74FA809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B7446-4254-4267-AD49-E11AFE6C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A6C48-2D54-45B2-ABF6-9FC14BB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7A493-9850-4CCD-989D-E27DDE9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14073-EC7F-4671-B154-FDD6BD4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851AE-82C9-4C9B-ABBE-7BD7B14A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EBFBE-D8E3-4D9F-96D1-6EF8FDD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76768-C471-4D41-BCA2-2BF6194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2ED5E-79D3-46A8-AE6E-935F8B2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2250E-CBC7-4B6E-984E-A937BBF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425519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BBA1A-9312-4E4A-B7DE-CFCBFA7B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4B987-61F1-4EFF-A58E-FA193964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2AD0E-177E-4F2F-9A5D-4E887F6C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7E395-A632-4BA5-BEF0-4293B8F6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5143DF-D6BF-4D26-B0AB-B5D9EEFF912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cb95a9cba544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758BD-808C-4A47-8090-0E37263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03C4A-5EDE-4D66-A285-15C184C3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ED605-651D-46F0-A849-CD2E342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6283-8251-4BA0-B738-6F308ED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463306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9F117-72E0-4BC0-8300-B3BF080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D66D4-4291-4FDB-A7D9-F99E0EC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19FB8-9688-46C1-B80E-5EF405FD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D5A32-CA32-4E7C-8B82-97EDACA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B0752-FEB0-4B8B-8062-2033A88D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8F032-5E78-4655-98C8-5BEAE98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E0764-936B-4EEE-8E16-B71467E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2F6CB-47C5-48FA-8403-700E222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6C73F-5409-4F66-8BA4-EE010AC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832F5-2B86-41C2-8C11-51B23883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5365-1A31-46F8-BF9D-BB43A9A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E8ED9-09EB-4F79-9BDF-CEF09ED2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CF965-618A-4B9A-881E-B90543C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0F800-A141-4F52-B880-E2D4423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5C4FF-E22F-4EDE-88CE-C637CBD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98F8F-990B-4981-8055-6CC6A86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8C020-98C5-40B5-B75B-8E4DE35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89085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0EC2F-C82F-42AF-A949-277E4CB2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93998-C712-46C7-A855-1E0EA9C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C9258-22B8-4A62-9D43-DC70A296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0A5F6-8FA3-42A5-8E28-1741C7D2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5D395-CCB7-435A-B3BB-1E4930B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D3719-E761-43DF-B715-42C9F14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588F0-B5BA-4E52-9739-9C8C75BA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8A9F0-F622-40D9-B564-DFE64B00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C42CF-5575-4505-9125-0E4A41A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98FC1-3D27-43E5-9186-DBEF519E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CE86A-13D9-44A9-965A-EBCFAC58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294097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CB66E-B8E7-45D8-89C6-3938E5A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BC33A-37FB-4884-854F-6B617D9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86576-78E6-4964-9738-4C59A60E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F7050-A830-49DB-AD0C-06A03135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40995-C8BC-4D06-B58B-32752EF4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99E7E-0793-4EB9-8F3F-0499A8E0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5A3B2-A28F-4A52-8FE0-A2FCE731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69CA0-662B-4044-9EF8-B48A627F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DD6F1-8EFA-4654-A1B2-0E63974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CEA7B-A625-44B7-A1AA-AABE396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08EA2-93A6-4F81-9E30-A794CB0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5A321-A44C-4024-BD34-C9BF8636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A9C65-C9FA-4CB5-9BFB-CA5F9916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7705-CC16-4ADA-A1FB-8E696D44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04152-DC40-4FB1-BFE3-513EFE9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78206-3012-4B1E-8CA2-E40B1E2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11D98-CD8D-4B16-BF3D-8928D882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BEB39-5576-4A7C-970C-A7D7571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7B8F8-6F5A-4029-8B64-314E2D0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C3152-81C6-47D8-A75B-17ABAF1B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24D44-8059-4425-BA9E-B88E4D36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5276E-D7F7-445C-8A8A-B616F22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4324C-16D8-4A8A-B1A7-CB6DEFFE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1F899-6E0E-4B6B-AE7E-E819E4F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753313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1E1CE-FFEB-440A-82CB-FA82715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4E161-705C-4A3D-8D01-7115CAC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8DB3-855F-4D44-B7AA-0D1D8447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A5793-CDB6-4B74-B868-72C41F9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540EE-0FD8-45DD-9245-69FC1570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E3079-2415-429A-B0E1-9D5204D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6F61F-BBB2-457D-98D8-747D441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540AD-A716-4F56-815F-6F8207CC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A38AB-11CD-4334-8CE7-F800D717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8530A-8745-4016-88AE-B35ADB6C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499E4-920D-4E46-8EAE-AE53F51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77D32-C4A3-4F7E-8DE6-D256D21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03DA8-85CF-426C-9529-419CB2F1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FF142-06A8-4DA9-B2BA-1052D81B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F336F-7757-4082-BEEF-F985B54C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1E69D-8246-41BE-9E74-4A34BC3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8824A-B82D-4706-9956-896F25F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6FC8C-2D7E-467D-88DA-F6C2737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4E6E0-BEEA-4FA5-836F-76C0718E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94E94-76BC-4E7D-A866-F0CDF52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F6C74-DD5F-44D4-953D-EB6C56B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0C41E-93EB-4311-A10D-3B0682B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BC610-BD72-4883-82DD-C3C20EC8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80581-B3C2-4B2F-B801-1755169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9478B-3E97-402A-A5E3-F9337929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4544645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9ABD5-455A-4CBE-BDE2-4BC15488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EDDB-460C-4E18-9293-FD9B83A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2C92C-5E95-4A7D-A470-2B0CF75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F7A1-48EF-4655-8178-8874E8B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45E3B-66D0-43E8-BE87-1DE934F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72B23-701E-4CC0-9631-4D81C70A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2276-9B70-411B-8D3C-AC017B4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929A-3D5E-4011-8049-82CDE71D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4227E-E376-4558-8153-9AA0745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FCAD3-3DA1-4BF0-84EB-4F782AE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638C6-2A02-439A-9068-7BAEBCD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4CE45-FB4A-47FF-A6D9-5F29B5C4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8AD11-8F89-41FC-8E47-FB18CFC3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6ACCA-6728-4662-8CDA-46E5A1D7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6068845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266A8-61C6-4C35-88CC-0130505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4EE83-DB27-4383-A8E9-6C6504F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0CE10-E510-4AE6-A609-B565EDF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41CEC-6DDF-46E0-8821-5E665DB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05CA47F-9437-4FF8-9804-C307594C4E79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a296f1ecc54f7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17165-8EDD-40BC-88FD-A60B0C9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96996-3DF3-42B7-B6E9-376A478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49BC4-645F-43E7-8C4A-9FE4582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B3943-A463-43CC-8AA3-45BB726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AEB40-31D8-4C86-8560-3240F80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D003C-4C24-4362-8F16-4A48733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15619674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820F5-26C7-410E-8A3C-C35DB134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973E-B368-4A45-82A2-637F31F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DAA4E-E22F-454C-BE63-AFAFB34F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80C6B-808C-4FCF-BBD5-B691729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9A18FD-E4A6-4C0E-8086-C95C2BAF950C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463e73d8424d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DA8C7-5CB3-449C-9B03-E97ABBC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E67A-AA1F-4B10-B91B-4751178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5F40C-6CD2-4AD8-BCDD-45506193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809A6-0335-4D8D-BF2D-609897F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309DB-7E56-4CBE-85BA-5E41611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947701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1F78F-A3D1-4CF6-A90C-A8DC17A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785F7-E78A-4E34-9DFE-EE4AAF29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956A5-86B4-4D7D-8E99-F8E98E22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38BC4-C11C-423B-9ECB-B9BC368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0AB25-EA69-4C35-8C03-D977DCBD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1CBC6-50CB-49B8-AF4A-8B2113A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AF31E-D59E-4556-AAE0-B9DF369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F6465-D59F-4499-BFCE-C34D5675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8F8DE-B068-42AE-B144-6D1E89B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784D3-20E3-4300-8D3C-4E7BFBA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B20FD-F915-45CB-B205-0578A77C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96F5C-9CAB-42EA-A6A0-1C5068B3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9D617-6C06-44DC-9A31-7AAD24FC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96C0D-7603-4A6D-B155-B6E69884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E2A91-4D93-4547-A1EF-67374E4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B3615-5DB3-4589-86FD-CA1205F4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412CA-F243-404D-A849-B59A7C6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4EF02-5CC9-473F-83C6-9F3905E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C6A5B-A4CF-4EFF-8F4F-027AF3A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0C840-5966-44CB-B3A7-5F276B2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DD97C-FF3A-43E3-B02E-8A13321B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5A8FA-A4CB-4CB7-BDE5-BF90C6E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A960E-A150-47FD-8A1D-A389BB3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19773838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B08C6-8B9F-4F91-A410-087AA28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DE3E-4C23-4375-8A7D-20B89E0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24CB4-E9AA-4698-AD0A-8A858E4F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47DB8-C65F-463A-ACDE-BE7BBF8B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4671BBD-A30D-4BE8-A2F0-386E6442E4B2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5ff7cf816148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49A00-0922-4CFB-950B-F0E0CA75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7573C-9A09-42FD-B63F-66A0839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FE946-B32C-457B-A198-85A59FE1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16A9C-3387-4596-A005-FF7C613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B7F3-0FB6-49A4-9924-23A96850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5587008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89575-E6B5-485F-80FD-11AB9EA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8D9E-8E97-42AF-8AC0-2D23DD1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1C04D-1829-4E09-8BBC-9EE53C14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B725-74E4-4682-B1B4-2A80EA84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B0529-979C-4C00-AAA3-66B8BB3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6C3A1-9637-46D9-8CFB-B416BDB2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D28CB-00A3-4963-A04F-76F8911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9A01C-EFBF-4626-BBA7-18254FB7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F4FF1-3535-48D0-894E-663209A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FDBA4-17A8-42F0-A349-635D455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F5C03-7C64-44FA-AF20-8400C786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1788416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2026-10-17T17:24:03.7050000Z</dcterms:created>
  <dcterms:modified xsi:type="dcterms:W3CDTF">2026-10-17T17:24:03.7050000Z</dcterms:modified>
</coreProperties>
</file>