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11fd41e01a4204" /><Relationship Type="http://schemas.openxmlformats.org/officeDocument/2006/relationships/extended-properties" Target="/docProps/app.xml" Id="R2a565e670a1d4779" /><Relationship Type="http://schemas.openxmlformats.org/officeDocument/2006/relationships/officeDocument" Target="/ppt/presentation.xml" Id="Ra1e7f8fbd50647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cbedd5df14b34"/>
  </p:sldMasterIdLst>
  <p:notesMasterIdLst>
    <p:notesMasterId xmlns:r="http://schemas.openxmlformats.org/officeDocument/2006/relationships" r:id="R76c7c2ca25f24e81"/>
  </p:notesMasterIdLst>
  <p:sldIdLst>
    <p:sldId xmlns:r="http://schemas.openxmlformats.org/officeDocument/2006/relationships" id="256" r:id="R40cbf0f171a74fc4"/>
    <p:sldId xmlns:r="http://schemas.openxmlformats.org/officeDocument/2006/relationships" id="257" r:id="R3ea0d07b5c3c401a"/>
    <p:sldId xmlns:r="http://schemas.openxmlformats.org/officeDocument/2006/relationships" id="258" r:id="Rbfc5808502d14eb3"/>
    <p:sldId xmlns:r="http://schemas.openxmlformats.org/officeDocument/2006/relationships" id="259" r:id="Ra2ef3176f34b49bb"/>
    <p:sldId xmlns:r="http://schemas.openxmlformats.org/officeDocument/2006/relationships" id="260" r:id="Rd9898ef8228c4bb8"/>
    <p:sldId xmlns:r="http://schemas.openxmlformats.org/officeDocument/2006/relationships" id="261" r:id="R48b87c52ddcd44df"/>
    <p:sldId xmlns:r="http://schemas.openxmlformats.org/officeDocument/2006/relationships" id="262" r:id="R2664217a038a447a"/>
    <p:sldId xmlns:r="http://schemas.openxmlformats.org/officeDocument/2006/relationships" id="263" r:id="R3fe01b5fe7bf4c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6facf14ac84416" /><Relationship Type="http://schemas.openxmlformats.org/officeDocument/2006/relationships/slideMaster" Target="/ppt/slideMasters/slideMaster1.xml" Id="R15dcbedd5df14b34" /><Relationship Type="http://schemas.openxmlformats.org/officeDocument/2006/relationships/notesMaster" Target="/ppt/notesMasters/notesMaster1.xml" Id="R76c7c2ca25f24e81" /><Relationship Type="http://schemas.openxmlformats.org/officeDocument/2006/relationships/presProps" Target="/ppt/presProps.xml" Id="R65c896a535ac4b16" /><Relationship Type="http://schemas.openxmlformats.org/officeDocument/2006/relationships/tableStyles" Target="/ppt/tableStyles.xml" Id="R404e178e69ca4ad5" /><Relationship Type="http://schemas.openxmlformats.org/officeDocument/2006/relationships/slide" Target="/ppt/slides/slide1.xml" Id="R40cbf0f171a74fc4" /><Relationship Type="http://schemas.openxmlformats.org/officeDocument/2006/relationships/slide" Target="/ppt/slides/slide2.xml" Id="R3ea0d07b5c3c401a" /><Relationship Type="http://schemas.openxmlformats.org/officeDocument/2006/relationships/slide" Target="/ppt/slides/slide3.xml" Id="Rbfc5808502d14eb3" /><Relationship Type="http://schemas.openxmlformats.org/officeDocument/2006/relationships/slide" Target="/ppt/slides/slide4.xml" Id="Ra2ef3176f34b49bb" /><Relationship Type="http://schemas.openxmlformats.org/officeDocument/2006/relationships/slide" Target="/ppt/slides/slide5.xml" Id="Rd9898ef8228c4bb8" /><Relationship Type="http://schemas.openxmlformats.org/officeDocument/2006/relationships/slide" Target="/ppt/slides/slide6.xml" Id="R48b87c52ddcd44df" /><Relationship Type="http://schemas.openxmlformats.org/officeDocument/2006/relationships/slide" Target="/ppt/slides/slide7.xml" Id="R2664217a038a447a" /><Relationship Type="http://schemas.openxmlformats.org/officeDocument/2006/relationships/slide" Target="/ppt/slides/slide8.xml" Id="R3fe01b5fe7bf4c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ba793414c344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72b285028a4a1f" /><Relationship Type="http://schemas.openxmlformats.org/officeDocument/2006/relationships/notesMaster" Target="/ppt/notesMasters/notesMaster1.xml" Id="R3a468cfe461d46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a4486234b64036" /><Relationship Type="http://schemas.openxmlformats.org/officeDocument/2006/relationships/notesMaster" Target="/ppt/notesMasters/notesMaster1.xml" Id="R4df4c7d442074d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bfcca08bb4613" /><Relationship Type="http://schemas.openxmlformats.org/officeDocument/2006/relationships/notesMaster" Target="/ppt/notesMasters/notesMaster1.xml" Id="Rd97981f063984e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5ab83fad04b11" /><Relationship Type="http://schemas.openxmlformats.org/officeDocument/2006/relationships/notesMaster" Target="/ppt/notesMasters/notesMaster1.xml" Id="R4d3a7b562fe94b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d855fcba89423c" /><Relationship Type="http://schemas.openxmlformats.org/officeDocument/2006/relationships/notesMaster" Target="/ppt/notesMasters/notesMaster1.xml" Id="Rf326721d3a4a49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cb9c5919b84874" /><Relationship Type="http://schemas.openxmlformats.org/officeDocument/2006/relationships/notesMaster" Target="/ppt/notesMasters/notesMaster1.xml" Id="R937c46091d0a4b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d77e7fe51a4861" /><Relationship Type="http://schemas.openxmlformats.org/officeDocument/2006/relationships/notesMaster" Target="/ppt/notesMasters/notesMaster1.xml" Id="R4a9261a7374a4f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84a3cf19e94f24" /><Relationship Type="http://schemas.openxmlformats.org/officeDocument/2006/relationships/notesMaster" Target="/ppt/notesMasters/notesMaster1.xml" Id="R91fe578e463040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6e14a9c234c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a1adbe4b849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228be210c47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880b5376545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06b2bd4a24b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50823077c40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382EEC-6AD0-4ABD-B11D-2B4F4A9D80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006DA0-4D6C-44B2-A816-D214CBB17D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D7AC66-4665-4BAC-B6E8-A571392D3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C2BF1D-741B-4247-8AD5-75D8FC6164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08F616-0326-49EF-8481-D8F7D509A9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EB8913-D839-4ECF-B86E-42AF33F160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F95B0A-51A7-4E2E-BDF4-D28FBD8464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57871B-5C21-4B31-9AE5-AC2C519BDF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CCBC4C-3C8A-496E-BE69-CE32FBCD01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518AEA-E045-4821-8158-75A976B5EF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6873489fa48df" /><Relationship Type="http://schemas.openxmlformats.org/officeDocument/2006/relationships/slideLayout" Target="/ppt/slideLayouts/slideLayout1.xml" Id="R9f76de315e0a4935" /><Relationship Type="http://schemas.openxmlformats.org/officeDocument/2006/relationships/slideLayout" Target="/ppt/slideLayouts/slideLayout2.xml" Id="R189ea76ee5484ce8" /><Relationship Type="http://schemas.openxmlformats.org/officeDocument/2006/relationships/slideLayout" Target="/ppt/slideLayouts/slideLayout3.xml" Id="R973b51ab903043a6" /><Relationship Type="http://schemas.openxmlformats.org/officeDocument/2006/relationships/slideLayout" Target="/ppt/slideLayouts/slideLayout4.xml" Id="Racf36c242d71411c" /><Relationship Type="http://schemas.openxmlformats.org/officeDocument/2006/relationships/slideLayout" Target="/ppt/slideLayouts/slideLayout5.xml" Id="Rdd31afd1b83346c3" /><Relationship Type="http://schemas.openxmlformats.org/officeDocument/2006/relationships/slideLayout" Target="/ppt/slideLayouts/slideLayout6.xml" Id="R5bf8786b29d9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6de315e0a4935"/>
    <p:sldLayoutId xmlns:r="http://schemas.openxmlformats.org/officeDocument/2006/relationships" id="2147483650" r:id="R189ea76ee5484ce8"/>
    <p:sldLayoutId xmlns:r="http://schemas.openxmlformats.org/officeDocument/2006/relationships" id="2147483651" r:id="R973b51ab903043a6"/>
    <p:sldLayoutId xmlns:r="http://schemas.openxmlformats.org/officeDocument/2006/relationships" id="2147483652" r:id="Racf36c242d71411c"/>
    <p:sldLayoutId xmlns:r="http://schemas.openxmlformats.org/officeDocument/2006/relationships" id="2147483653" r:id="Rdd31afd1b83346c3"/>
    <p:sldLayoutId xmlns:r="http://schemas.openxmlformats.org/officeDocument/2006/relationships" id="2147483654" r:id="R5bf8786b29d9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90cc432d84ff7" /><Relationship Type="http://schemas.openxmlformats.org/officeDocument/2006/relationships/notesSlide" Target="/ppt/notesSlides/notesSlide1.xml" Id="R8f46a24b2b6b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b808ef03648e4" /><Relationship Type="http://schemas.openxmlformats.org/officeDocument/2006/relationships/chart" Target="/ppt/slides/charts/chart1.xml" Id="Rab08a714a3c64782" /><Relationship Type="http://schemas.openxmlformats.org/officeDocument/2006/relationships/notesSlide" Target="/ppt/notesSlides/notesSlide2.xml" Id="Rc1fcdb6385a346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dc0cbe47b4926" /><Relationship Type="http://schemas.openxmlformats.org/officeDocument/2006/relationships/chart" Target="/ppt/slides/charts/chart2.xml" Id="R2ac1649a9fd04642" /><Relationship Type="http://schemas.openxmlformats.org/officeDocument/2006/relationships/notesSlide" Target="/ppt/notesSlides/notesSlide3.xml" Id="Rb4aa02dad46645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6956c898146ea" /><Relationship Type="http://schemas.openxmlformats.org/officeDocument/2006/relationships/chart" Target="/ppt/slides/charts/chart3.xml" Id="Rfbb1d90eb1344426" /><Relationship Type="http://schemas.openxmlformats.org/officeDocument/2006/relationships/notesSlide" Target="/ppt/notesSlides/notesSlide4.xml" Id="R855e27a1842844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24153819c4037" /><Relationship Type="http://schemas.openxmlformats.org/officeDocument/2006/relationships/notesSlide" Target="/ppt/notesSlides/notesSlide5.xml" Id="R0f964439013849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459f243b742ac" /><Relationship Type="http://schemas.openxmlformats.org/officeDocument/2006/relationships/notesSlide" Target="/ppt/notesSlides/notesSlide6.xml" Id="Rb784b133f4a0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e79fc9aa84610" /><Relationship Type="http://schemas.openxmlformats.org/officeDocument/2006/relationships/chart" Target="/ppt/slides/charts/chart4.xml" Id="R675a5c85609945c1" /><Relationship Type="http://schemas.openxmlformats.org/officeDocument/2006/relationships/notesSlide" Target="/ppt/notesSlides/notesSlide7.xml" Id="R444f52f617b94a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4f1dad5174a75" /><Relationship Type="http://schemas.openxmlformats.org/officeDocument/2006/relationships/notesSlide" Target="/ppt/notesSlides/notesSlide8.xml" Id="R4377dc0961c54f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5772F-F45F-4965-9837-50DF8FD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C52F6-08D4-4BBF-9DA0-894F980A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108EB-0D6A-4B67-B2F5-9CA2BD8B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BE58F-848C-414F-926D-00118D4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3026A-ECB4-444A-A400-D4E71DC9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332447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E9F50-9DB1-4466-8F10-FB01B248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C3831-B3BB-4974-8D2F-379F6369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80A71-BB49-4D3E-A071-E2913D03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66DF1-FB45-479B-A5A6-66D50D2E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85CF065-F706-4C87-9302-7513F5145BFE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08a714a3c6478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8CF44-6F84-4ECA-B437-BF8F186B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26C63-3FC9-4A59-B8E3-11C5D4B5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079D6-3B47-4488-BE68-A3B7FC28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1FFC0-BA07-4011-BAE8-1A7ABF84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C21E1-88A3-41BB-A431-F2CD653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408897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F1BF1-3651-4F85-BFF1-C8A39D38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FA93C-64A0-4681-96F4-55605B61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5DE94-684A-479C-9266-AA3AAFE1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3D745-92AC-461F-82A5-F38B14F3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3F15F94-7F21-4393-9424-63F86A8A5BB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c1649a9fd0464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BF124-CF34-4790-9C74-970307FE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FA926-62A5-4E62-8289-AD84E8C5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228F9-EEE0-4371-A43E-51A8A868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4A3AD-D001-46C5-8D18-E29D1A0C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27AF6-EA19-47D2-91E8-626FB34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962053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E7609-5CCA-4E7D-BEFB-0C455E27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54324-8FD0-4A57-AD7C-200FF6B5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22F79-8CD4-44AD-8A2B-E6FF4B5E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7D0FD-35D5-4141-9DA3-815968D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F499FF1-131D-4CDF-A9FE-CEF8B4BE6EA8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b1d90eb134442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DE096-631E-43F2-B443-3CA316A5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7678F-C8C7-4A6F-85AD-2BED5EFE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781DC-D8C7-48BE-8FE3-478CE16C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8A0CE-EC67-4FE0-9147-FAE41D70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513036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A3D2A-7696-4CCE-9643-1EC7B7D1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963C0-65F7-4562-8AC4-131C2818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B95DD-1FD8-443B-8696-199C501B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08AB4-1287-4E5C-B067-EBF28E3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D8B6B-185E-43D5-B4D7-F68B5B7F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EE90C-80B5-4644-9255-DDDC8CF3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C4027-C5D8-4BCF-AF3C-A63D29D0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2DCEA-CFA4-4560-B924-E60BD098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AE682-B420-4694-A56F-93FB969B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BACD2-EE3C-401D-9511-C03D6F3F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5F27C-1CFF-472B-93C6-E9E8CA6B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F1FC5-CE8B-4C41-97FC-745A6A00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286DB-A789-4052-8A4B-A2A1D6EE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CD8B3-FB8E-423B-B95B-9736B8BE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F124E-0AD4-486E-812C-5F07E391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6D57E-4FDA-40A8-997C-D08841B4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8B053-8AE7-4421-B1A8-29FC0C8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0AF78-BA83-4B34-B76B-F9C7CAF6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EDC62-07DA-4081-A496-C6BC116B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343C7-B95A-4059-A674-06C8CDFA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A13D4-ADE3-422B-A7CB-9E830F2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552055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85D60-8CE1-4661-A983-861D1EB7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ECD88-0F19-476F-9503-B79D5AF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BB9D3-F196-4410-A464-0E7C1A00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89FD8-55FB-4373-B638-B6288D6F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0AE6A-5647-4489-940F-C5DECC58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7B039-7C94-4F97-886B-AF58878E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7129B-0575-45C8-828A-A85DBB7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B6062-DA6D-43D6-A146-F58945E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F25ED-1025-4F23-9511-0834037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2E52E-5CF5-4195-BB8E-FA49058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212C-989E-454D-9234-6506CD72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C1598-974F-4CA6-A930-DDBAF7D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9767D-70A2-4B86-8B11-03E9DB80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1667A-D93B-4B06-B633-2B69DD07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F44C7-9BF7-48AA-B7A6-286EF05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2E03D-B298-4FF3-893B-E6366BDC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005E5-F30E-4921-B486-D0377F13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D5E2C-FE36-45FA-A025-1B0449BB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EA360-5890-45F4-A26B-0887095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844C1-978D-41B0-995D-626D81F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44D41-D530-4F0C-8052-9D775E9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9B9E5-7781-449E-8D84-744D04EA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32957-3BF5-4C5A-92C6-F9D9BE1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5FF66-3727-4C14-8A66-4830EB1C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43BDF-0BA7-4642-88B8-D9166B2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2693D-A58E-42A2-84CF-F3FB72A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867642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E955-347E-4555-9BF9-746366E5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B79B8-488F-497F-9688-E7C2CBFB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FA69A-08F3-4963-A770-5DA4AFFB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78985-8E0D-4172-8472-C43D8F45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9FE5F24-D304-44AA-8CF3-374B652BE0C6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5a5c85609945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E8BEB-FA23-4851-8AEE-802A3EB1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6A880-577E-4ADA-8AF5-862D09F4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92623-D3D1-45EE-8A5A-0996B1F1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325AB-C111-49AA-AFA5-8FC54DF2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645549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AB1F2C-D398-44B9-BFF0-3CE4CDF7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E7BCB-175D-448A-9903-7BEB62BE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F73D5-3DDC-45C6-8D11-0921B046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CDE49-DA14-4DD5-B73F-96CD1F9E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0A570-543B-4750-839C-D890F83A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366F3-6A4D-4B20-B9A1-D816532E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1E58C-2478-411B-8E75-20ABFDF4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9A9C6-42E8-4FCF-B8CA-3632CF2D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69E13-E8EC-4A14-8F13-BC8846E6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7EAC9-7F25-4DAB-97DD-C5CB36B6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4258F-7B44-45E9-8CFC-2FBE494D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3CA99-AA41-423F-8E83-3482AA46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4D4BA-84E2-4146-B8D0-5D1CF3C6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F718F-02E0-4317-BC5F-4C0DB0BC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7E60B-3F97-4F6F-A0F7-7724E99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924D1-7451-49FE-8368-6107A4D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19E34-B723-41DF-BAA2-A4CEA2DD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21442673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2026-10-15T16:01:44.6910000Z</dcterms:created>
  <dcterms:modified xsi:type="dcterms:W3CDTF">2026-10-15T16:01:44.6910000Z</dcterms:modified>
</coreProperties>
</file>