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5e005bb6a445e1" /><Relationship Type="http://schemas.openxmlformats.org/officeDocument/2006/relationships/extended-properties" Target="/docProps/app.xml" Id="R9cd9877249d548c8" /><Relationship Type="http://schemas.openxmlformats.org/officeDocument/2006/relationships/officeDocument" Target="/ppt/presentation.xml" Id="Rcd7a8eb3f2e842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c75041e53447d"/>
  </p:sldMasterIdLst>
  <p:notesMasterIdLst>
    <p:notesMasterId xmlns:r="http://schemas.openxmlformats.org/officeDocument/2006/relationships" r:id="Rff2f75f8fe4f4fa1"/>
  </p:notesMasterIdLst>
  <p:sldIdLst>
    <p:sldId xmlns:r="http://schemas.openxmlformats.org/officeDocument/2006/relationships" id="256" r:id="Ra2474309decd4d17"/>
    <p:sldId xmlns:r="http://schemas.openxmlformats.org/officeDocument/2006/relationships" id="257" r:id="R0c239e694d8f43a0"/>
    <p:sldId xmlns:r="http://schemas.openxmlformats.org/officeDocument/2006/relationships" id="258" r:id="R419de43c51454be2"/>
    <p:sldId xmlns:r="http://schemas.openxmlformats.org/officeDocument/2006/relationships" id="259" r:id="R219515dfdba04ced"/>
    <p:sldId xmlns:r="http://schemas.openxmlformats.org/officeDocument/2006/relationships" id="260" r:id="Re6e64eb45202470d"/>
    <p:sldId xmlns:r="http://schemas.openxmlformats.org/officeDocument/2006/relationships" id="261" r:id="R5fee467a82d641d6"/>
    <p:sldId xmlns:r="http://schemas.openxmlformats.org/officeDocument/2006/relationships" id="262" r:id="R8271c2e8a7de4563"/>
    <p:sldId xmlns:r="http://schemas.openxmlformats.org/officeDocument/2006/relationships" id="263" r:id="Rdb9dc624b7744e91"/>
    <p:sldId xmlns:r="http://schemas.openxmlformats.org/officeDocument/2006/relationships" id="264" r:id="Redfb8fae95224c12"/>
    <p:sldId xmlns:r="http://schemas.openxmlformats.org/officeDocument/2006/relationships" id="265" r:id="R62a02afc3649448a"/>
    <p:sldId xmlns:r="http://schemas.openxmlformats.org/officeDocument/2006/relationships" id="266" r:id="R3cd4dbd2f89d40b3"/>
    <p:sldId xmlns:r="http://schemas.openxmlformats.org/officeDocument/2006/relationships" id="267" r:id="R1252475435714345"/>
    <p:sldId xmlns:r="http://schemas.openxmlformats.org/officeDocument/2006/relationships" id="268" r:id="R63603f2277bf4860"/>
    <p:sldId xmlns:r="http://schemas.openxmlformats.org/officeDocument/2006/relationships" id="269" r:id="R7f9b82c5c7854eec"/>
    <p:sldId xmlns:r="http://schemas.openxmlformats.org/officeDocument/2006/relationships" id="270" r:id="R7bba9ccc708140c4"/>
    <p:sldId xmlns:r="http://schemas.openxmlformats.org/officeDocument/2006/relationships" id="271" r:id="R6ed809ae3d2f45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8b5e1c45e5449b" /><Relationship Type="http://schemas.openxmlformats.org/officeDocument/2006/relationships/slideMaster" Target="/ppt/slideMasters/slideMaster1.xml" Id="R2afc75041e53447d" /><Relationship Type="http://schemas.openxmlformats.org/officeDocument/2006/relationships/notesMaster" Target="/ppt/notesMasters/notesMaster1.xml" Id="Rff2f75f8fe4f4fa1" /><Relationship Type="http://schemas.openxmlformats.org/officeDocument/2006/relationships/presProps" Target="/ppt/presProps.xml" Id="Rf8988eef3e1941f2" /><Relationship Type="http://schemas.openxmlformats.org/officeDocument/2006/relationships/tableStyles" Target="/ppt/tableStyles.xml" Id="Rbbc50ddb08254baf" /><Relationship Type="http://schemas.openxmlformats.org/officeDocument/2006/relationships/slide" Target="/ppt/slides/slide1.xml" Id="Ra2474309decd4d17" /><Relationship Type="http://schemas.openxmlformats.org/officeDocument/2006/relationships/slide" Target="/ppt/slides/slide2.xml" Id="R0c239e694d8f43a0" /><Relationship Type="http://schemas.openxmlformats.org/officeDocument/2006/relationships/slide" Target="/ppt/slides/slide3.xml" Id="R419de43c51454be2" /><Relationship Type="http://schemas.openxmlformats.org/officeDocument/2006/relationships/slide" Target="/ppt/slides/slide4.xml" Id="R219515dfdba04ced" /><Relationship Type="http://schemas.openxmlformats.org/officeDocument/2006/relationships/slide" Target="/ppt/slides/slide5.xml" Id="Re6e64eb45202470d" /><Relationship Type="http://schemas.openxmlformats.org/officeDocument/2006/relationships/slide" Target="/ppt/slides/slide6.xml" Id="R5fee467a82d641d6" /><Relationship Type="http://schemas.openxmlformats.org/officeDocument/2006/relationships/slide" Target="/ppt/slides/slide7.xml" Id="R8271c2e8a7de4563" /><Relationship Type="http://schemas.openxmlformats.org/officeDocument/2006/relationships/slide" Target="/ppt/slides/slide8.xml" Id="Rdb9dc624b7744e91" /><Relationship Type="http://schemas.openxmlformats.org/officeDocument/2006/relationships/slide" Target="/ppt/slides/slide9.xml" Id="Redfb8fae95224c12" /><Relationship Type="http://schemas.openxmlformats.org/officeDocument/2006/relationships/slide" Target="/ppt/slides/slide10.xml" Id="R62a02afc3649448a" /><Relationship Type="http://schemas.openxmlformats.org/officeDocument/2006/relationships/slide" Target="/ppt/slides/slide11.xml" Id="R3cd4dbd2f89d40b3" /><Relationship Type="http://schemas.openxmlformats.org/officeDocument/2006/relationships/slide" Target="/ppt/slides/slide12.xml" Id="R1252475435714345" /><Relationship Type="http://schemas.openxmlformats.org/officeDocument/2006/relationships/slide" Target="/ppt/slides/slide13.xml" Id="R63603f2277bf4860" /><Relationship Type="http://schemas.openxmlformats.org/officeDocument/2006/relationships/slide" Target="/ppt/slides/slide14.xml" Id="R7f9b82c5c7854eec" /><Relationship Type="http://schemas.openxmlformats.org/officeDocument/2006/relationships/slide" Target="/ppt/slides/slide15.xml" Id="R7bba9ccc708140c4" /><Relationship Type="http://schemas.openxmlformats.org/officeDocument/2006/relationships/slide" Target="/ppt/slides/slide16.xml" Id="R6ed809ae3d2f45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a088502fa64f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f10818af6c4cc1" /><Relationship Type="http://schemas.openxmlformats.org/officeDocument/2006/relationships/notesMaster" Target="/ppt/notesMasters/notesMaster1.xml" Id="Re953a37c78aa41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6ab5400f644f7" /><Relationship Type="http://schemas.openxmlformats.org/officeDocument/2006/relationships/notesMaster" Target="/ppt/notesMasters/notesMaster1.xml" Id="Rf181843f483a44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e43fa372784bdd" /><Relationship Type="http://schemas.openxmlformats.org/officeDocument/2006/relationships/notesMaster" Target="/ppt/notesMasters/notesMaster1.xml" Id="R54723d6705cf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07821710644059" /><Relationship Type="http://schemas.openxmlformats.org/officeDocument/2006/relationships/notesMaster" Target="/ppt/notesMasters/notesMaster1.xml" Id="R57522fa616d546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086051e34442f8" /><Relationship Type="http://schemas.openxmlformats.org/officeDocument/2006/relationships/notesMaster" Target="/ppt/notesMasters/notesMaster1.xml" Id="R34ab0c61b28e44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1dedd787754f4d" /><Relationship Type="http://schemas.openxmlformats.org/officeDocument/2006/relationships/notesMaster" Target="/ppt/notesMasters/notesMaster1.xml" Id="R31b4b1aebf7646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2000fe789b4e77" /><Relationship Type="http://schemas.openxmlformats.org/officeDocument/2006/relationships/notesMaster" Target="/ppt/notesMasters/notesMaster1.xml" Id="R89bbea46e72f43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b7fb9b108a499e" /><Relationship Type="http://schemas.openxmlformats.org/officeDocument/2006/relationships/notesMaster" Target="/ppt/notesMasters/notesMaster1.xml" Id="Re9b5b04a376045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959cd677974af8" /><Relationship Type="http://schemas.openxmlformats.org/officeDocument/2006/relationships/notesMaster" Target="/ppt/notesMasters/notesMaster1.xml" Id="R246227a7c04042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57abb12bfa425d" /><Relationship Type="http://schemas.openxmlformats.org/officeDocument/2006/relationships/notesMaster" Target="/ppt/notesMasters/notesMaster1.xml" Id="R2650609fdd8f45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3c2a65de0c43b1" /><Relationship Type="http://schemas.openxmlformats.org/officeDocument/2006/relationships/notesMaster" Target="/ppt/notesMasters/notesMaster1.xml" Id="R446fd5b9e19f48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852c7df9e9451a" /><Relationship Type="http://schemas.openxmlformats.org/officeDocument/2006/relationships/notesMaster" Target="/ppt/notesMasters/notesMaster1.xml" Id="R1774dbcdb31842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1ecf1eaed74cb6" /><Relationship Type="http://schemas.openxmlformats.org/officeDocument/2006/relationships/notesMaster" Target="/ppt/notesMasters/notesMaster1.xml" Id="R096ad4ce5a2344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b7ea1245ba4dc9" /><Relationship Type="http://schemas.openxmlformats.org/officeDocument/2006/relationships/notesMaster" Target="/ppt/notesMasters/notesMaster1.xml" Id="Rf16e52288d3d40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930b1eef3e44cc" /><Relationship Type="http://schemas.openxmlformats.org/officeDocument/2006/relationships/notesMaster" Target="/ppt/notesMasters/notesMaster1.xml" Id="Ref3d45acdeba47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c1198c03f84f3f" /><Relationship Type="http://schemas.openxmlformats.org/officeDocument/2006/relationships/notesMaster" Target="/ppt/notesMasters/notesMaster1.xml" Id="Rd9c0d9c6d3cb42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075b5bcc744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f015f32894b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69f37750d44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712a4850847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b70a8dc8348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0589733e447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E65EFA-10C5-4260-9261-AD146D94C2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23A599-D76D-4C3D-80C5-D15E01FEFB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A3A3B8-4A4F-466B-8569-23469D136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DEBB34-D951-40E3-AB39-D39A35BB77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AD469A-5A4F-466E-A08C-E908FC18E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CFA688-7D88-4483-A260-A269E29E9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B2CEF9-2F10-41E9-BE37-52B63E7401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B1072A-6523-47A7-907C-F42D5F2673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0CCB74-F3CB-4782-9A4D-D03C40FD4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DA7EFC-633F-4AA5-9B75-A8FC571C8E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399f294cfe4fe0" /><Relationship Type="http://schemas.openxmlformats.org/officeDocument/2006/relationships/slideLayout" Target="/ppt/slideLayouts/slideLayout1.xml" Id="Rd981e02477a54e80" /><Relationship Type="http://schemas.openxmlformats.org/officeDocument/2006/relationships/slideLayout" Target="/ppt/slideLayouts/slideLayout2.xml" Id="R6f5a6d9a2c674b07" /><Relationship Type="http://schemas.openxmlformats.org/officeDocument/2006/relationships/slideLayout" Target="/ppt/slideLayouts/slideLayout3.xml" Id="R51ed99fba2a34b83" /><Relationship Type="http://schemas.openxmlformats.org/officeDocument/2006/relationships/slideLayout" Target="/ppt/slideLayouts/slideLayout4.xml" Id="R81f7fcaa16dc415c" /><Relationship Type="http://schemas.openxmlformats.org/officeDocument/2006/relationships/slideLayout" Target="/ppt/slideLayouts/slideLayout5.xml" Id="R262ef5eb52a7443c" /><Relationship Type="http://schemas.openxmlformats.org/officeDocument/2006/relationships/slideLayout" Target="/ppt/slideLayouts/slideLayout6.xml" Id="R8eb0cb18b2ed48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81e02477a54e80"/>
    <p:sldLayoutId xmlns:r="http://schemas.openxmlformats.org/officeDocument/2006/relationships" id="2147483650" r:id="R6f5a6d9a2c674b07"/>
    <p:sldLayoutId xmlns:r="http://schemas.openxmlformats.org/officeDocument/2006/relationships" id="2147483651" r:id="R51ed99fba2a34b83"/>
    <p:sldLayoutId xmlns:r="http://schemas.openxmlformats.org/officeDocument/2006/relationships" id="2147483652" r:id="R81f7fcaa16dc415c"/>
    <p:sldLayoutId xmlns:r="http://schemas.openxmlformats.org/officeDocument/2006/relationships" id="2147483653" r:id="R262ef5eb52a7443c"/>
    <p:sldLayoutId xmlns:r="http://schemas.openxmlformats.org/officeDocument/2006/relationships" id="2147483654" r:id="R8eb0cb18b2ed48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1cf09124e490e" /><Relationship Type="http://schemas.openxmlformats.org/officeDocument/2006/relationships/notesSlide" Target="/ppt/notesSlides/notesSlide1.xml" Id="Rd325328ff43f4d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69740257e43c3" /><Relationship Type="http://schemas.openxmlformats.org/officeDocument/2006/relationships/chart" Target="/ppt/slides/charts/chart1.xml" Id="Re1524d1744364882" /><Relationship Type="http://schemas.openxmlformats.org/officeDocument/2006/relationships/notesSlide" Target="/ppt/notesSlides/notesSlide2.xml" Id="R1c096231dedb4f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0e3dd948574345" /><Relationship Type="http://schemas.openxmlformats.org/officeDocument/2006/relationships/chart" Target="/ppt/slides/charts/chart2.xml" Id="Rb95e77ffd1734673" /><Relationship Type="http://schemas.openxmlformats.org/officeDocument/2006/relationships/notesSlide" Target="/ppt/notesSlides/notesSlide3.xml" Id="R6d4b5540e99743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01d7da8a5483d" /><Relationship Type="http://schemas.openxmlformats.org/officeDocument/2006/relationships/chart" Target="/ppt/slides/charts/chart3.xml" Id="Rdd6f9e931b7e40c2" /><Relationship Type="http://schemas.openxmlformats.org/officeDocument/2006/relationships/notesSlide" Target="/ppt/notesSlides/notesSlide4.xml" Id="Rb04578e634f948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9afd2d5d042a3" /><Relationship Type="http://schemas.openxmlformats.org/officeDocument/2006/relationships/notesSlide" Target="/ppt/notesSlides/notesSlide5.xml" Id="Rf9dd0d08689940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5aadc05ed4780" /><Relationship Type="http://schemas.openxmlformats.org/officeDocument/2006/relationships/notesSlide" Target="/ppt/notesSlides/notesSlide6.xml" Id="R67559fa4336f4c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a88173456d4d92" /><Relationship Type="http://schemas.openxmlformats.org/officeDocument/2006/relationships/chart" Target="/ppt/slides/charts/chart4.xml" Id="R2bc34df31c674c70" /><Relationship Type="http://schemas.openxmlformats.org/officeDocument/2006/relationships/notesSlide" Target="/ppt/notesSlides/notesSlide7.xml" Id="R43bbf32476ce4f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e0f2cc8084522" /><Relationship Type="http://schemas.openxmlformats.org/officeDocument/2006/relationships/notesSlide" Target="/ppt/notesSlides/notesSlide8.xml" Id="R3601271c604643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697e0d19f493d" /><Relationship Type="http://schemas.openxmlformats.org/officeDocument/2006/relationships/notesSlide" Target="/ppt/notesSlides/notesSlide9.xml" Id="R6b2a1f163e2147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4aa5858d641c5" /><Relationship Type="http://schemas.openxmlformats.org/officeDocument/2006/relationships/notesSlide" Target="/ppt/notesSlides/notesSlide10.xml" Id="R398999fd8d28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909eab1254f4b" /><Relationship Type="http://schemas.openxmlformats.org/officeDocument/2006/relationships/notesSlide" Target="/ppt/notesSlides/notesSlide11.xml" Id="R296b57884a704c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069870dae4d82" /><Relationship Type="http://schemas.openxmlformats.org/officeDocument/2006/relationships/notesSlide" Target="/ppt/notesSlides/notesSlide12.xml" Id="Rd44a91e7b2264a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d3c61c9f1478c" /><Relationship Type="http://schemas.openxmlformats.org/officeDocument/2006/relationships/chart" Target="/ppt/slides/charts/chart5.xml" Id="R9caa3507670b4741" /><Relationship Type="http://schemas.openxmlformats.org/officeDocument/2006/relationships/notesSlide" Target="/ppt/notesSlides/notesSlide13.xml" Id="R865b7bfec36147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ad32ecabc4a9b" /><Relationship Type="http://schemas.openxmlformats.org/officeDocument/2006/relationships/chart" Target="/ppt/slides/charts/chart6.xml" Id="R5f51ddd3a5fa47be" /><Relationship Type="http://schemas.openxmlformats.org/officeDocument/2006/relationships/notesSlide" Target="/ppt/notesSlides/notesSlide14.xml" Id="Rd9100feb0ecd45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c845d30144002" /><Relationship Type="http://schemas.openxmlformats.org/officeDocument/2006/relationships/notesSlide" Target="/ppt/notesSlides/notesSlide15.xml" Id="R7dde13f0455f42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45ed2a28140ab" /><Relationship Type="http://schemas.openxmlformats.org/officeDocument/2006/relationships/chart" Target="/ppt/slides/charts/chart7.xml" Id="R6089ddd7c5b84787" /><Relationship Type="http://schemas.openxmlformats.org/officeDocument/2006/relationships/notesSlide" Target="/ppt/notesSlides/notesSlide16.xml" Id="Rea7850b8d6af47bd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2CD6D-9E1D-4087-A1BD-394195EF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E877A-6EB0-4D98-9DF0-2BD41E51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D7D32-20D7-4AD9-BBEA-D01DC85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BC08B-0D32-41A1-9B7E-A49E8790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CB2C8-3D56-42D4-9995-E1EF5D35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26547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F3C70-0E5D-42C7-A83A-D6D180C5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4A4A8-4CF5-4730-A35B-63ACBA9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54234-02B4-4587-9537-3852FE70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58341-A524-4682-A927-DBA18A5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94445A4-0051-4FCD-A1B5-EBAA84861510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524d174436488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D27A8-2BF2-40EB-AD0D-4446A604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46641-F85D-418A-9FDA-C6C71BF0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022EC-D1BF-40BB-8844-AEB594B1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2EC0C-B54D-4E28-9E92-4DE60F74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32AA4-8033-4269-B228-204E294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578485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0B5BE-D72D-481A-8EDE-F76F5AC8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59ECB-DA59-4405-AFEA-4DDB2E9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B724F-0379-449B-A921-AA1EF01C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61457-D2C0-47A5-B639-1B6D903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9DAC0FC-595D-469F-830E-85E3723DBFF6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5e77ffd173467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752E6-38CE-4FBE-AE8E-CB9DDDEE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4C48D-0A15-40CA-B145-E7FD8792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49F86-0A26-4CB7-BDA0-65F5D42E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BD988-8928-40EB-9FBD-F41BC973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3E76C-B2EF-489C-A61C-DBE1EAEB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722472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23C62-7949-4EF6-87F0-CD42B012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A0ECB-BE6E-4EAB-A16D-4B692302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D5EEB-E2C4-4F94-AAF2-869B8E3C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0844D-ADFB-431D-A68C-8483D837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3D20D55-AAFC-425F-8900-43C3BACE3093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6f9e931b7e40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A11AB-0026-4CB5-8FD1-3C439719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DE87A-D65E-49B1-9037-18271E0E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7C3FC-A076-4EA0-82DB-74D6F4B3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77A3F-EB06-4D31-BDEE-AE1A70BD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947082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A0C03-560B-41B0-9FA2-2A82C63A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DADFE-FC02-4A0A-B049-D7E7A9FC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A8C7A-4E09-4916-AE37-7CC17809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326E7-6B85-4E01-8BF6-8CCC5A64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BE3A4-0318-4157-AFC8-7A0B048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3FDCC-63B8-42C9-A270-EAD9A698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35BFD-45FA-4414-87DC-03D5E6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05BB0-B1D8-4D29-9A52-9509500D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10130-4E48-4403-A7ED-AF07DAF0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BBB11-56C5-43E0-B5ED-D988ABF2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F39D8-D25C-4775-9DB9-E9553752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630BF-5BA2-4B27-B054-05BD6B02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E13A5-D62C-43CD-88EE-7797CF0F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961E6-FEF7-488A-8E0D-08867BEC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B1096-D84B-402E-AAD5-E9A7929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BFF47-5750-4CF0-88DD-81F1F39E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89C6C-837D-4A12-B830-49B03630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4E4DC-E03F-4E40-B2E1-F6988655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05B5A-E712-42C6-B849-1708B79C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75A66-42E4-43B7-B8F1-B8D2E31E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11DB8-8021-407C-A0D8-BA519712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6EE90-22F8-4677-8E98-31DF914E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43DE3-77F0-4171-8CBC-5CBBD671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F6238-DD9F-4C58-ACCC-E5E2D18B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E3CDB-D38F-43F8-AA45-40F56EFC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96B2E-079C-4D83-B114-E303A90A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A5FBB4-F1C0-4F18-9EA7-E35EFF1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F6399-3751-4689-9F52-6049B387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A9803-F0DB-4C5E-AB64-E51B21DF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798D64-F74E-462F-909E-BDF32694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218F6-5EED-429A-A703-5E541A41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BBA968-723F-405E-8FB6-4D06B9F8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30DDBC-637C-4167-80D9-02F930AB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968226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AC5FA-CDF8-47AB-AB31-E88AF81E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104AE-94A5-4F4B-AEC6-FE55EDB2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4015D-65D9-4BB1-9B04-EFF399FA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DB376-4055-49A9-90E3-901DDD7A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889BF-9CA0-4D11-A417-122F819F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8C92E-B0E9-4496-AA59-B63E63A0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B356E-0B15-4993-BB67-64669EDA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C288F-AD96-4E20-A15D-EE355AEF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B0098-4499-41A9-B7DE-BB5B4C7B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60A17-0127-48FA-B024-56C87188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48A79-4EE5-4E2F-95D3-01ACDE4C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59B19C-B36B-4D9D-BC63-7F1AD3C5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18F18-54D5-48BF-A6F6-785DEDB3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B7568-5725-4095-ABB8-A560E8C7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28F51-4DA9-4D5D-B498-F7661B26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EC584-5A23-4826-94FB-88E26CE8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0514D-0617-4923-8D64-14B6103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8D069-4165-43EA-82F0-18D1F9BB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3DD77-60B4-464D-8327-CECCAED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0CED10-5EE9-48B3-B231-9BBA1950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E8A51-5F80-40E8-96FF-7977A80D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083A1-17D5-4629-8F31-CBD64606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A500A1-B4E0-4D93-88E9-659A9C95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10461-C0E8-4CFC-BC8D-5BD79821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8FE10-D2B6-4770-B76B-268C16AA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35A68-13AD-4121-9E8F-702C961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38054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2A813-70E7-4245-9BBA-B795F26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21E37-2CA9-48EF-A993-92BA136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0B777-89B9-4207-8748-F3ED345F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04431-BEE2-45F1-B63F-0507D8B5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4EEFAEA-F05B-4EA6-B922-B587D24B8FA0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c34df31c674c7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6A4C5-2EEA-48FD-A158-892535D0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381DC-34AF-44BD-B8A4-94FB5921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A80CA-328E-4045-B0A3-695A5B2F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4C3DD-BAF9-4873-AFB4-7ECE23BB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3878464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BA1B9-EEFA-46C1-830B-B122C2E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9732F-2332-46BB-B6C5-B7F8C721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7CC96-FA31-43A3-BCA9-ADF7F7A0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C7322-5A69-4E51-B937-2FDCE72F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CFEC7-7D69-4D1C-BAE5-1C40DC2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46E67-5BA3-4FF3-9791-67D3546B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CE5EB-1684-497C-B57C-85B1146E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99311-4B8D-4E16-8B0E-CA5FEA00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60DDF-3C53-49D2-B8F5-CFB5D85A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18CE9-58D8-45EA-A867-C269490E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FD02A-031C-4219-9503-E15B0BB1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5D437-BD0E-4CFC-98F9-08232C15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9A524-FAFD-4AB2-A226-0B89C75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A6CE3-0330-448A-A340-D958AA60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19800-CB66-4DB0-9EE8-2039DD09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4BA6C-F9FE-4B12-9043-F86D8C5A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71F6C-1FF2-4672-A266-30C41E7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608981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F7F91-2D86-4CFE-A79E-826F26B6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25F83-83BA-4B40-88CD-43F4DB67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EEF7A-C683-471F-9D74-569AD54A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06A14-D8A6-4D9C-ADA4-6F32E04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993FB-FDE4-4246-8ABD-D1F82546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441E0-2AB6-446B-B688-FED4C99F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F03C8-BCCB-4979-BEF2-171D066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FD9DC-37D2-49CF-9D1F-93477662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99F96-93D2-4AF3-9759-FDAF0DEF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B05D1-8B26-4EA4-8DFC-A74166F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9A709-8913-426B-94DC-2F398E1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847700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61561-DB23-4BD4-B293-A1713DCA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B510A-C063-49ED-9A27-39E81C84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01C76-0966-4265-A99B-7178FA91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722B4-5BF2-4662-BEFE-40388C39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B256E-B86D-4DC6-AD04-8CDE1B6F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BA72C-C124-46ED-BA2C-462DAF13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434B4-4F5C-4AEC-B3D4-13C79225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DB715-0566-47C4-998B-41B63F6C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E46BC-6056-443A-9592-5CBC3D44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085BE-897A-4474-BCF0-71CFF329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0104F-B0F4-4B2A-B8BB-6A652748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0FCBD-ED4D-4905-A108-16DB6F98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F0D26-5BBF-4166-8025-9F97F6A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55093-D39B-499D-B9CD-07634AAD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5FC7A-EE60-49E1-9A1A-94994E53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CCBB4-063D-4855-B26D-94EFF360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A43C8-CB50-4224-BC5F-EF92C88E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8B0EB-910C-4C2C-A1A6-F584CD3A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2E8F2-B3EC-4A53-84A2-75CC90A2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DC1C6-BC0C-4AE8-AB03-0880F9A0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1832F-47D5-46BC-8182-F23034BA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A60A7-4112-464E-829D-8998D8CC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EEE34-68C5-46D1-92FE-342B8F14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9BEED-BF33-4523-B62A-7EF770E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5368997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EE45C5-F80A-4EAA-B076-001CAE5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3921E-1C88-4AE3-8DDD-B9D0A30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BBAA4-E37B-4180-BE18-94DDFA94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FFF19-2CB9-4554-B73F-63FB1E2F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223AD-39E2-43B6-B525-8F99654D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46593-6387-46BD-85AD-30D52994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44E3D-8D95-45E4-8650-4DA1CAAD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BB5A4-C3FB-47DA-9E24-0292EEE9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1E847-DA89-41F3-B597-EC912A2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FD58E-8CA0-4840-AD59-CEC91D90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E9064-B654-42BF-A689-2D7D55B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DCF16-158E-464C-B9DB-C7CE79B6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101F8-2E60-4E73-B679-E47BF98A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24311-2690-4FD7-A495-B0B49A83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45830-3400-4DE5-A91A-96F514D9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23AE2-C3E6-4955-AA84-B604C4EE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07A5D-5732-4511-B1E1-A6C4EAB3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03963-8579-4830-B8F0-846ACE72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769FC-A404-4956-A24A-E02D8211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98198-DDC6-4E31-ABE0-1067C101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74EEF-BF45-462E-983C-D3A2D99E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46802-340F-40E8-8795-77A5BD3C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AC9DC-37B3-4B45-AAC1-B0825D7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E92F51-41F1-449F-B210-0BB90A64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06C17-3828-46B8-8D69-2C32B748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7167124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EA2D6-BD75-4888-979D-D9D2267D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5DA64-61E4-44AB-B00E-FD353695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134DE-13BB-4B90-80BF-8D17430E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1C3C8-D5E8-41A8-AD77-ADF68C4B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FAAB4-14F6-4302-B146-C3ED4D2B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B0E5B-01BA-4F5F-8F97-2C7061EE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4BA55-7577-4353-A988-42DC8A2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33095-99D2-45AF-95D0-26D0B449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D1B3E-FC5D-472B-A357-6CFA79A6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40FD4-C1EE-4076-A550-29949775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AB602-05E1-42D1-A323-4C466F75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5A49F-074E-4D45-94E9-31F6494C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CBF79-3AA9-4FCE-8B4C-60DA2FD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AB4A6-235E-4C44-8812-ADB7A41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7734013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5D80F-5212-4AF4-9BA4-1A30E96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8CBFC-60E8-4B43-82A4-42BE6FF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E70ED-B865-40ED-85BD-94862FB5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A988F-2338-4789-9AB2-7F06193F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7DBB4A3-EA2F-408E-A392-318A8B169622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aa3507670b474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3F4EB-19A6-45FC-BB5F-7A6577CE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6CEAE-ADDB-4047-AADA-268CF580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A2976-213F-42CD-910E-77BE196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F67D5-FDB8-4A9D-AAFA-A38D44A3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FC1DB-9479-4AB7-9688-5DDE7D97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9459A-0446-447B-AA9A-7CC2129E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9668850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BDE79-6375-4E75-BA7B-BA7024DE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77746-B155-44C4-BDAB-36A4DE24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D5124-73F4-4B80-8BE6-C39E7DAF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0676A-0487-4817-B17A-D3FEF4EC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16F6469-3E56-4357-89AA-845D68686A6A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51ddd3a5fa47b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8E0C1-74B8-413A-9B77-F8ED495E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D474A-D975-404B-9E8A-E4DE0AD7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5C550-3D05-40C9-B890-022B71F0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94405-D33C-4AD7-8480-D13A1C98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6A1A0-EFA7-45C9-8432-AF13ECF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6411061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C73A8-7542-4480-9F3A-FA60F777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E56B1-14B1-4EDE-BA73-4DC7E727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5EF1B-46B0-45B9-A618-07292334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892DD-DB67-409B-B56A-0670E857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AC611-3582-409A-9D1A-1FC568DD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6F36B-2D23-4144-B961-ABE6F611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B955F-AA82-40CF-B406-7DA015AE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CDD66-EC8F-4010-8277-EB66AE4E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3F018-24EC-4374-9D07-CD2DF4F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05C6E5-C02E-4079-9CB9-478D0AF7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C7976-2EA1-4B77-A49C-DF0C8DF8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062A7-31ED-41ED-8B13-6ACF650C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4B485-F8BC-409B-8AE1-ECD5C728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565C0-FF88-4A4B-8029-E6B14837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FF249-B353-45C4-BB91-EB3E38DD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C4093-54D4-4373-8DE3-B26DC469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CA956-153F-45F4-AC4E-156CAD91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FDE13-DF83-4339-B32F-1A8263A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8A225-CB9B-45AA-BCBA-70115C0D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9FE22-81D3-42FD-92DF-A3C62D1C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4F4AF-A28C-438C-8A35-F1CF999A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0097C-9775-40A3-A771-75651C8E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40892-525A-4CD2-99B5-5562C9DB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1650308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12B54-9E10-4533-A17D-C662E4BF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2BF97-1F55-4CFA-94C5-17E953EB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BA3C2-C844-49BF-8FB4-1F1D9565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3ED43-99BC-4A44-BED1-22CF1E9C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2D987E4-253E-484D-A964-B1B6F36C740C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89ddd7c5b8478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38F34-B34E-4FFB-8D72-0E33AED0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48C3E-8E81-4AC4-BAB6-3D43702D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F1FC7-5116-42EC-8A21-94C31380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B059C-F6C4-43E5-8EE9-7BE72E49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A5B42-76BE-4CBB-898F-527B63A2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173971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2026-10-17T17:09:32.7040000Z</dcterms:created>
  <dcterms:modified xsi:type="dcterms:W3CDTF">2026-10-17T17:09:32.7040000Z</dcterms:modified>
</coreProperties>
</file>