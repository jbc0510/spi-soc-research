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fcbb321bd1402c" /><Relationship Type="http://schemas.openxmlformats.org/officeDocument/2006/relationships/extended-properties" Target="/docProps/app.xml" Id="R9381e7437bdd49c6" /><Relationship Type="http://schemas.openxmlformats.org/officeDocument/2006/relationships/officeDocument" Target="/ppt/presentation.xml" Id="Rd5f891fc2e1d4d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7ceb24680340eb"/>
  </p:sldMasterIdLst>
  <p:notesMasterIdLst>
    <p:notesMasterId xmlns:r="http://schemas.openxmlformats.org/officeDocument/2006/relationships" r:id="Rd15158b682bd4f60"/>
  </p:notesMasterIdLst>
  <p:sldIdLst>
    <p:sldId xmlns:r="http://schemas.openxmlformats.org/officeDocument/2006/relationships" id="256" r:id="Rcae0a5b78e984aec"/>
    <p:sldId xmlns:r="http://schemas.openxmlformats.org/officeDocument/2006/relationships" id="257" r:id="Rc58e1e03d95c4cae"/>
    <p:sldId xmlns:r="http://schemas.openxmlformats.org/officeDocument/2006/relationships" id="258" r:id="Rfe47ccdba78d4942"/>
    <p:sldId xmlns:r="http://schemas.openxmlformats.org/officeDocument/2006/relationships" id="259" r:id="R3f16f93ce92b4a20"/>
    <p:sldId xmlns:r="http://schemas.openxmlformats.org/officeDocument/2006/relationships" id="260" r:id="R68468c47ee764c12"/>
    <p:sldId xmlns:r="http://schemas.openxmlformats.org/officeDocument/2006/relationships" id="261" r:id="R64af478707bd400c"/>
    <p:sldId xmlns:r="http://schemas.openxmlformats.org/officeDocument/2006/relationships" id="262" r:id="R39e61dc4bb884134"/>
    <p:sldId xmlns:r="http://schemas.openxmlformats.org/officeDocument/2006/relationships" id="263" r:id="R95a35096478242c0"/>
    <p:sldId xmlns:r="http://schemas.openxmlformats.org/officeDocument/2006/relationships" id="264" r:id="R4cc81d89753d4490"/>
    <p:sldId xmlns:r="http://schemas.openxmlformats.org/officeDocument/2006/relationships" id="265" r:id="Rf3eb7ab112544e50"/>
    <p:sldId xmlns:r="http://schemas.openxmlformats.org/officeDocument/2006/relationships" id="266" r:id="Re2a7dd1ec90d4201"/>
    <p:sldId xmlns:r="http://schemas.openxmlformats.org/officeDocument/2006/relationships" id="267" r:id="R5b1f9e7ff67a4d7f"/>
    <p:sldId xmlns:r="http://schemas.openxmlformats.org/officeDocument/2006/relationships" id="268" r:id="R38b57fa2829343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d631d1ffd24262" /><Relationship Type="http://schemas.openxmlformats.org/officeDocument/2006/relationships/slideMaster" Target="/ppt/slideMasters/slideMaster1.xml" Id="Ra37ceb24680340eb" /><Relationship Type="http://schemas.openxmlformats.org/officeDocument/2006/relationships/notesMaster" Target="/ppt/notesMasters/notesMaster1.xml" Id="Rd15158b682bd4f60" /><Relationship Type="http://schemas.openxmlformats.org/officeDocument/2006/relationships/presProps" Target="/ppt/presProps.xml" Id="R7cfdaa8c90cd4471" /><Relationship Type="http://schemas.openxmlformats.org/officeDocument/2006/relationships/tableStyles" Target="/ppt/tableStyles.xml" Id="Re4216242667a461f" /><Relationship Type="http://schemas.openxmlformats.org/officeDocument/2006/relationships/slide" Target="/ppt/slides/slide1.xml" Id="Rcae0a5b78e984aec" /><Relationship Type="http://schemas.openxmlformats.org/officeDocument/2006/relationships/slide" Target="/ppt/slides/slide2.xml" Id="Rc58e1e03d95c4cae" /><Relationship Type="http://schemas.openxmlformats.org/officeDocument/2006/relationships/slide" Target="/ppt/slides/slide3.xml" Id="Rfe47ccdba78d4942" /><Relationship Type="http://schemas.openxmlformats.org/officeDocument/2006/relationships/slide" Target="/ppt/slides/slide4.xml" Id="R3f16f93ce92b4a20" /><Relationship Type="http://schemas.openxmlformats.org/officeDocument/2006/relationships/slide" Target="/ppt/slides/slide5.xml" Id="R68468c47ee764c12" /><Relationship Type="http://schemas.openxmlformats.org/officeDocument/2006/relationships/slide" Target="/ppt/slides/slide6.xml" Id="R64af478707bd400c" /><Relationship Type="http://schemas.openxmlformats.org/officeDocument/2006/relationships/slide" Target="/ppt/slides/slide7.xml" Id="R39e61dc4bb884134" /><Relationship Type="http://schemas.openxmlformats.org/officeDocument/2006/relationships/slide" Target="/ppt/slides/slide8.xml" Id="R95a35096478242c0" /><Relationship Type="http://schemas.openxmlformats.org/officeDocument/2006/relationships/slide" Target="/ppt/slides/slide9.xml" Id="R4cc81d89753d4490" /><Relationship Type="http://schemas.openxmlformats.org/officeDocument/2006/relationships/slide" Target="/ppt/slides/slide10.xml" Id="Rf3eb7ab112544e50" /><Relationship Type="http://schemas.openxmlformats.org/officeDocument/2006/relationships/slide" Target="/ppt/slides/slide11.xml" Id="Re2a7dd1ec90d4201" /><Relationship Type="http://schemas.openxmlformats.org/officeDocument/2006/relationships/slide" Target="/ppt/slides/slide12.xml" Id="R5b1f9e7ff67a4d7f" /><Relationship Type="http://schemas.openxmlformats.org/officeDocument/2006/relationships/slide" Target="/ppt/slides/slide13.xml" Id="R38b57fa2829343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20c5c9f42040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161ebd2d8b4d72" /><Relationship Type="http://schemas.openxmlformats.org/officeDocument/2006/relationships/notesMaster" Target="/ppt/notesMasters/notesMaster1.xml" Id="Rb8f76ce53b8648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e992f00c2845c1" /><Relationship Type="http://schemas.openxmlformats.org/officeDocument/2006/relationships/notesMaster" Target="/ppt/notesMasters/notesMaster1.xml" Id="R93fc14c32b354d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cef58aa2b04246" /><Relationship Type="http://schemas.openxmlformats.org/officeDocument/2006/relationships/notesMaster" Target="/ppt/notesMasters/notesMaster1.xml" Id="R0f86f8742cf045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c1e432813c4f6a" /><Relationship Type="http://schemas.openxmlformats.org/officeDocument/2006/relationships/notesMaster" Target="/ppt/notesMasters/notesMaster1.xml" Id="Rb40b6f43f88942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cebb73dbb446e7" /><Relationship Type="http://schemas.openxmlformats.org/officeDocument/2006/relationships/notesMaster" Target="/ppt/notesMasters/notesMaster1.xml" Id="Ref9b923eab5c45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383ff374b14603" /><Relationship Type="http://schemas.openxmlformats.org/officeDocument/2006/relationships/notesMaster" Target="/ppt/notesMasters/notesMaster1.xml" Id="Rf88bff93620946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4d104a1f1440e0" /><Relationship Type="http://schemas.openxmlformats.org/officeDocument/2006/relationships/notesMaster" Target="/ppt/notesMasters/notesMaster1.xml" Id="Re1954c11a0a044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27da6b5a9844d4" /><Relationship Type="http://schemas.openxmlformats.org/officeDocument/2006/relationships/notesMaster" Target="/ppt/notesMasters/notesMaster1.xml" Id="Ra257e41f5e744a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6c541ac3f34e85" /><Relationship Type="http://schemas.openxmlformats.org/officeDocument/2006/relationships/notesMaster" Target="/ppt/notesMasters/notesMaster1.xml" Id="R708b8245c49b42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828cf0cdb14376" /><Relationship Type="http://schemas.openxmlformats.org/officeDocument/2006/relationships/notesMaster" Target="/ppt/notesMasters/notesMaster1.xml" Id="R5c8c7fd13d6640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6f49bb128c4837" /><Relationship Type="http://schemas.openxmlformats.org/officeDocument/2006/relationships/notesMaster" Target="/ppt/notesMasters/notesMaster1.xml" Id="Rad64b90dc54948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70aad4795d4372" /><Relationship Type="http://schemas.openxmlformats.org/officeDocument/2006/relationships/notesMaster" Target="/ppt/notesMasters/notesMaster1.xml" Id="Rd648eddb81b64b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d89ccf19c044f9" /><Relationship Type="http://schemas.openxmlformats.org/officeDocument/2006/relationships/notesMaster" Target="/ppt/notesMasters/notesMaster1.xml" Id="R51e0e9461e3940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comparison is bounded and does not identify a universal causal Linux-only cost. Task 2b has simulation but no valid physical DMA sweep. Task 2c supports best-effort suitability only. Task 2d is design-only. Task 2e now has Linux 33/33 sustained points and a physical bare-metal 11-size × 1,000-transfer pass; the sustained bare-metal runner and matched comparison remain open.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sustained report: results/SOW_2E_SUSTAINED_RUNNER_20261016.md. Linux median source: results/task2e_sustainable_runner_20261016/linux_sustained_medians.csv.</a:t>
            </a:r>
          </a:p>
          <a:p xmlns:a="http://schemas.openxmlformats.org/drawingml/2006/main">
            <a:r>
              <a:t>Bare-metal board-run report: results/task2e_sustainable_runner_20261016/SOW_2E_BAREMETAL_BOARD_RUN_20261016.md. Raw UART capture, 11-row metrics, and derived-rate comparison are in results/task2e_sustainable_runner_20261016/.</a:t>
            </a:r>
          </a:p>
          <a:p xmlns:a="http://schemas.openxmlformats.org/drawingml/2006/main">
            <a:r>
              <a:t>Bare-metal used 1,000 transfers at each of the same 11 sizes. All 11,000 completed with zero API errors, timeouts, or receive mismatches. The exact PL bitstream hash equals results/ratio2_j55_lvcmos33_20260929/spi_ratio2_j55_wrapper.bit.</a:t>
            </a:r>
          </a:p>
          <a:p xmlns:a="http://schemas.openxmlformats.org/drawingml/2006/main">
            <a:r>
              <a:t>The bare-metal app banner includes stale hardware_validation=NOT_PERFORMED, topology=UNVERIFIED and clock_pair=UNRECONCILED fields. The raw output itself records the successful run and verified receives. It does not measure physical SPI SCK in this run.</a:t>
            </a:r>
          </a:p>
          <a:p xmlns:a="http://schemas.openxmlformats.org/drawingml/2006/main">
            <a:r>
              <a:t>Linux values are aggregate application payload rates from 3 × 60-second windows. Bare-metal values are derived from payload length divided by mean per-transfer latency. These different measurement methods do not support a direct speed-up claim. The newly built sustained bare-metal runner has not yet run.</a:t>
            </a:r>
          </a:p>
          <a:p xmlns:a="http://schemas.openxmlformats.org/drawingml/2006/main">
            <a:r>
              <a:t>The SD-card BOOT.BIN is currently the standalone image; the original Linux image is preserved under BOOT_linux_backup_20261013.bin. Restore and confirm Linux before the next Linux-side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31c66619449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5620284f443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79bf7c2b34a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968006d654a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4e5d003a64b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6006dd7e647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F0B509-6A1B-4CDD-B68F-E617393679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6FBF0B-F99A-40B1-9D89-FE6F829436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36C337-D192-450B-818C-C4E5914FF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67EAA1-CEE4-45B3-A0FB-EBECD4B736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8885C1-CE02-43AB-A6D9-8B62E1AB5C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AE9610-B536-47D2-B718-2CA6687210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B3BF7F-BB61-40F0-A15B-CDC737A2A3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E2B5A0-76D4-41F8-BE30-DBBA1FB0C5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6D5C51-801F-4271-9C76-FE647CE7AE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B47102-A9BC-43E6-8FBA-A02C3A8303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184e54d0d04847" /><Relationship Type="http://schemas.openxmlformats.org/officeDocument/2006/relationships/slideLayout" Target="/ppt/slideLayouts/slideLayout1.xml" Id="Rc1d2651f2fb84960" /><Relationship Type="http://schemas.openxmlformats.org/officeDocument/2006/relationships/slideLayout" Target="/ppt/slideLayouts/slideLayout2.xml" Id="R2af34776cdc641b6" /><Relationship Type="http://schemas.openxmlformats.org/officeDocument/2006/relationships/slideLayout" Target="/ppt/slideLayouts/slideLayout3.xml" Id="R8e5a4149957e4e07" /><Relationship Type="http://schemas.openxmlformats.org/officeDocument/2006/relationships/slideLayout" Target="/ppt/slideLayouts/slideLayout4.xml" Id="Ree6a836f24b14fb4" /><Relationship Type="http://schemas.openxmlformats.org/officeDocument/2006/relationships/slideLayout" Target="/ppt/slideLayouts/slideLayout5.xml" Id="Rc4cf96fe98574c92" /><Relationship Type="http://schemas.openxmlformats.org/officeDocument/2006/relationships/slideLayout" Target="/ppt/slideLayouts/slideLayout6.xml" Id="Rc997029a267745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d2651f2fb84960"/>
    <p:sldLayoutId xmlns:r="http://schemas.openxmlformats.org/officeDocument/2006/relationships" id="2147483650" r:id="R2af34776cdc641b6"/>
    <p:sldLayoutId xmlns:r="http://schemas.openxmlformats.org/officeDocument/2006/relationships" id="2147483651" r:id="R8e5a4149957e4e07"/>
    <p:sldLayoutId xmlns:r="http://schemas.openxmlformats.org/officeDocument/2006/relationships" id="2147483652" r:id="Ree6a836f24b14fb4"/>
    <p:sldLayoutId xmlns:r="http://schemas.openxmlformats.org/officeDocument/2006/relationships" id="2147483653" r:id="Rc4cf96fe98574c92"/>
    <p:sldLayoutId xmlns:r="http://schemas.openxmlformats.org/officeDocument/2006/relationships" id="2147483654" r:id="Rc997029a267745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fdad661924398" /><Relationship Type="http://schemas.openxmlformats.org/officeDocument/2006/relationships/notesSlide" Target="/ppt/notesSlides/notesSlide1.xml" Id="R22662204507a48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3ffe722884f08" /><Relationship Type="http://schemas.openxmlformats.org/officeDocument/2006/relationships/chart" Target="/ppt/slides/charts/chart1.xml" Id="R53c527fc1a764b1e" /><Relationship Type="http://schemas.openxmlformats.org/officeDocument/2006/relationships/notesSlide" Target="/ppt/notesSlides/notesSlide2.xml" Id="Re75f7bf74cbf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e31e79629405c" /><Relationship Type="http://schemas.openxmlformats.org/officeDocument/2006/relationships/chart" Target="/ppt/slides/charts/chart2.xml" Id="R6b5e0951c9d44dd1" /><Relationship Type="http://schemas.openxmlformats.org/officeDocument/2006/relationships/notesSlide" Target="/ppt/notesSlides/notesSlide3.xml" Id="R3ef7bc3fa8324b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3ee15545540d3" /><Relationship Type="http://schemas.openxmlformats.org/officeDocument/2006/relationships/chart" Target="/ppt/slides/charts/chart3.xml" Id="R8c4ec6aa17364143" /><Relationship Type="http://schemas.openxmlformats.org/officeDocument/2006/relationships/notesSlide" Target="/ppt/notesSlides/notesSlide4.xml" Id="R0ee6d2bd7e0543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822cadd134159" /><Relationship Type="http://schemas.openxmlformats.org/officeDocument/2006/relationships/notesSlide" Target="/ppt/notesSlides/notesSlide5.xml" Id="Rdf0e3d4bf8c14b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5a41be47c424f" /><Relationship Type="http://schemas.openxmlformats.org/officeDocument/2006/relationships/notesSlide" Target="/ppt/notesSlides/notesSlide6.xml" Id="R048fbb89fce941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aa6b7187b4e71" /><Relationship Type="http://schemas.openxmlformats.org/officeDocument/2006/relationships/chart" Target="/ppt/slides/charts/chart4.xml" Id="Rdddc2512e6dd4728" /><Relationship Type="http://schemas.openxmlformats.org/officeDocument/2006/relationships/notesSlide" Target="/ppt/notesSlides/notesSlide7.xml" Id="R67ca910d892f4d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0e6677c964d30" /><Relationship Type="http://schemas.openxmlformats.org/officeDocument/2006/relationships/notesSlide" Target="/ppt/notesSlides/notesSlide8.xml" Id="Ra4cdf32eaeca44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4214e98824e7f" /><Relationship Type="http://schemas.openxmlformats.org/officeDocument/2006/relationships/notesSlide" Target="/ppt/notesSlides/notesSlide9.xml" Id="R9c46df85ff2e46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0766534b046f4" /><Relationship Type="http://schemas.openxmlformats.org/officeDocument/2006/relationships/notesSlide" Target="/ppt/notesSlides/notesSlide10.xml" Id="Rf6947c6545da43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6fe6460562451b" /><Relationship Type="http://schemas.openxmlformats.org/officeDocument/2006/relationships/notesSlide" Target="/ppt/notesSlides/notesSlide11.xml" Id="R485d311b820f42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cfa644246486c" /><Relationship Type="http://schemas.openxmlformats.org/officeDocument/2006/relationships/notesSlide" Target="/ppt/notesSlides/notesSlide12.xml" Id="R56432c4923784c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930e5283a4099" /><Relationship Type="http://schemas.openxmlformats.org/officeDocument/2006/relationships/chart" Target="/ppt/slides/charts/chart5.xml" Id="R89c3affd344a46b7" /><Relationship Type="http://schemas.openxmlformats.org/officeDocument/2006/relationships/notesSlide" Target="/ppt/notesSlides/notesSlide13.xml" Id="R46fae5023bb9402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 (3 × 60 s)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 metal (derived from mean latency)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0.143845257</c:v>
              </c:pt>
              <c:pt idx="1">
                <c:v>0.472270825</c:v>
              </c:pt>
              <c:pt idx="2">
                <c:v>0.564727634</c:v>
              </c:pt>
              <c:pt idx="3">
                <c:v>0.659895901</c:v>
              </c:pt>
              <c:pt idx="4">
                <c:v>0.679003985</c:v>
              </c:pt>
              <c:pt idx="5">
                <c:v>0.688988667</c:v>
              </c:pt>
              <c:pt idx="6">
                <c:v>0.871458623</c:v>
              </c:pt>
              <c:pt idx="7">
                <c:v>1.007843719</c:v>
              </c:pt>
              <c:pt idx="8">
                <c:v>1.142010864</c:v>
              </c:pt>
              <c:pt idx="9">
                <c:v>1.181295151</c:v>
              </c:pt>
              <c:pt idx="10">
                <c:v>1.191550389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50D44-3BAB-4152-88CC-DAFEE335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A6618-E8CD-40E6-9556-05CAD590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A6721-900D-4969-A9AE-34C903F5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3543A-2BB8-451D-BE0D-16F6F918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CF2B9-5DA2-4051-99AE-45DA68D0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16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1055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FF21A-647F-4A71-A40F-FE8E76BC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BE0E9-B0D0-4059-BD93-59B7F6A6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5AD53-60C0-426D-B7C5-E9FE13C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0C5CD-9DAF-43CF-B65B-715B1B33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4964437-C815-4FB8-ACA9-1F6372CB0F45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c527fc1a764b1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9A664-0182-4F47-BFD1-AFB26449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F787A-D21C-45AA-B97A-28037B5A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8ACAC-B960-4B1E-A076-6C52DC67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63B45-2EEC-4E1E-8809-503F688B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6A351-8C0A-4B90-9791-F86C63A6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679114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F8C7B-11D1-4CE5-BD55-65AEADC2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6A45A-832C-4CF5-BD67-DF744AE3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D0340-F6F1-4EC2-B1E1-9ACECC29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CF87C-7B9D-41E9-BDED-C04CC076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2FC7182-E3B5-4B89-AEC2-242A05B58E8C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5e0951c9d44dd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2288E-5AA9-42CC-AF36-FD0B3D96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98895-A224-458A-9515-ED06D563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12071-4814-497B-941C-8BA39BAD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0824C-6B8C-4624-95F5-69132F10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05BAA-C0D9-4E80-BEE0-18930944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550584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0E4BD-C28A-491F-9AAB-48F4415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37466-AD0E-478B-AEB7-A8FA6087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4B9D7-BA6E-4088-8E30-96B64F85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583BE-BD62-4F67-94DE-2ED291B3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89702A5-93B5-47F7-BD5D-99234B4AA6AC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4ec6aa1736414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0BB3D-6020-4BD6-89AD-8BE1D7FC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F5166-5073-4B2E-A2CF-3363D926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E83F3-6A5C-45E2-8E67-7C597E43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7F3C4-B658-4813-B176-D8EF2422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865100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ED3880-90EB-4D16-AA51-8FBA01A4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16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7EB10-D879-4BAE-8766-5F2C5AE6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B2A1A-C4A7-4D1C-B616-879F668D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477E2-6DDC-426F-8927-1DBD85A0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684E6-CF1A-4E70-A6E9-F164F120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BFEA0-D457-48DB-80BE-D11C7F66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C3D09-A5FD-4389-A9D0-C70CE05F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211B7-8789-4023-850C-9CD2F845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11 sizes × 1,000 on Linux and bare metal; no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89933-C16B-4839-A343-3B4D53B7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75031-C950-48C8-81D1-2BF8B5C8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95F89-F294-4834-82F6-59C6BF42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08AC1-6192-4E19-A28B-04DBAE11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C4424-9CCC-4C38-8850-1541A8AE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54FC7-87DD-4436-8BAF-033115D6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DBA3E-B895-4963-B3B1-34EB77B8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1BAD6-2FD2-4993-97C4-8C925A1B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3E099-76CD-4AE1-A341-5A33B64B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21293-D900-4938-A5F2-5E524067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DF076-12D3-49E5-97ED-D0DF259B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2BF2FF-9E1B-4455-8FA7-2B7544C6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BCC05-D053-4EE8-B48D-723F36D2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F4E2C-8515-4203-997F-40965EC4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129456-4F5A-4A1C-A547-7ACC0C44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A14E70-CEC2-4A4A-8526-0317ECE9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passes 33 sustained points; bare metal passes 11 × 1,000. Matched sustained comparison remains.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02CD8-F119-41C1-B628-D09B11B3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4F0278-E3C3-4445-8D23-F2ED1A6C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232FF0-6AC0-42DF-A5B4-0E520343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CE834B-5B81-4020-AECB-007F721C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04DED7-28A4-4A70-A331-B377FB86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519F8-A3E8-4A2B-89FF-1C876346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6A3569-4E3A-423D-A22B-ECB22C6A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BB02DB-DAA6-4CB1-B254-221491BA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516419-2FA5-46A3-A25D-6674A909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465569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C8B00-0D98-4F37-ADCC-769DAA71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83107-EA52-430F-B750-B7F08F25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FD175-BCE4-4F10-9817-85B19630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EE266-4A30-4FF5-A63B-64E33083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F0909-0B26-4A70-9D15-C5A29B03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42F35-B190-4D9F-8125-3EC96CDA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1A447-BE74-4EA9-8D16-0369C7F5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709C6-0FCE-47B6-9FD0-0F594AE9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15148-EDDF-4757-B197-AD19A697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CAD99-B714-47DF-83B3-CF02891C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2E0AD-4B48-4BE7-BDC3-C2045B36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3748D-147D-4866-8F66-C4275A20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E97A0-609E-4CBB-B2E9-E2252AE7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46F92-2311-4612-8472-9C2DA8D6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21E32-8B28-4202-8FFF-FC5AAB07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3D329-8801-4913-B347-5A868AB8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D3D09-058C-4D75-8E6A-17746DBE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FA7AC-49FA-4B6B-8A33-B8993FFE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557FC-831E-4190-B6DD-2EA285E4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5852D-0730-4A39-B187-BBB1CBAB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5164E-15ED-495D-B95D-D8D8D749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3980C-1716-44C2-AEE4-1ECBA40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B11C8-01F6-4444-9D3B-F863C4E4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4EEA7-452B-4958-9672-7CA4E532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39144-CF1C-4DED-902B-55F16A9D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E9A0F-A0AB-455F-920D-784DD654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1287198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71002-382B-4BCF-B51F-8E08003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0FF87-689B-4B29-B183-30E8CA31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BEE15-6316-4361-B757-786A2AA8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F2664-3CFA-4BC5-AD06-B806127C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323FC59-E411-4F84-8919-3198A5B87A51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dc2512e6dd472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81BB1-28BE-458F-B154-7E236C10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082B5-102A-47B7-AAA9-426784BB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E4F93-353A-4351-9682-2D379E2C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B33CF-CF5E-4C40-B899-1388AAEF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16940926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D4247-C9FC-4DA0-B906-73736B63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29FCF-8F16-43AE-A5D7-0080B928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ECBF7-085A-4C07-A672-8A9000FE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380A9-DEC6-4209-A5B5-EE0D56ED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D4A35-1F8D-4929-BDF0-26392BF3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DC0AE-1FD9-4BC9-9C60-D7A948C5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34106-EE17-4647-837A-783569C2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33DCD-6E1E-420E-90AA-D7C30A55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053EC-622B-4A09-B8EB-4BD5A67C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70DEF-CF3E-4499-B7E8-68E17F2A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5F62C-F420-4B58-90AF-9DC1F4E4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291E6-4F23-4236-AE2B-1A932C95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20968-D84B-44E2-A32B-3EE99DD0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DDA9A-B30D-4629-A6CE-56E4F152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C8B82-D2F7-4098-A718-2D5D4165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6D707-7856-4153-A512-593C0C52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27FCA-C11C-4617-930F-7860BBB2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550937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6CE4F-0779-440B-B32D-FFA3457D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87A71-1079-436C-BE75-911F1ECD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7F532-9B34-4D85-9D08-8B309860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2636F-8BD7-4E58-855C-CB633141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525D6-B896-4CB1-8C69-F32F3F7A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53D76-36B1-4015-BA73-E2F5B10B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D1230-B66A-4879-A94D-297E667A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A3329-B717-481C-8A26-637DFED1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5B8BE-EB0F-4074-84AD-6875C7B8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550EF-37AD-41E8-BB2C-9C559B95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4EF1D-0B6A-401A-874D-E0120983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7595365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6365AA-4CCB-4E6A-B8DD-C8B4A2FE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5E2D7-7F1C-43CD-98AB-ECBA347D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83883-F33A-4480-8B09-8972DEF5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12C86-529D-46F4-8E21-FADC5D36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A35B9-6704-4077-9236-3960C5A4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EE392-4D70-4E99-94B8-CDD54AC6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DE89D-86C5-4D1C-9E30-DDEDE15C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A66F3-427F-432F-BD3A-B361C996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92A16-268C-4AA7-896B-EC4690B5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D75ED-AB12-4289-8D39-07ABD914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317B5-FC60-4E1E-9E3E-BA480B30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7E205-7AC3-4380-8B66-B8432E1D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9BEC9-022C-4711-8B66-BDF34DEF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D5E4A-C968-4D80-A4AF-FC8EA82A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69891-4B1E-4A7A-8138-C6331496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87B2C-FA0B-48E4-8DC8-F8B3BBAD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CC429-180D-4BF5-89AD-8C489EF4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74E3B-990A-4379-95B7-7CD9A9B5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585B3-0A1D-44DD-BB60-A8587F2B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1BCCC-9C60-405F-8608-0C0DF9FD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A7F56-DECC-4BD3-AAC5-F09DB125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3EF2F-A5DE-4ED9-A8F6-C51472EA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595222-3274-41FB-A54C-934E5F8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277368-A165-4AB6-A7BA-6CB3201F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37451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C32233-6879-4913-9F01-7502FF15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3BC86-E246-4AC3-B03B-BFBB2473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96781-732F-404C-9ED3-D0722A53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6AA34-ED80-4015-A8E1-4FA5ED02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45A65-3404-4400-93E4-47AACC3C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E3446-D18A-4F49-A0DC-D41A3667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CADB0-E03B-4F88-9A38-A13DE385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0A562-C034-445F-8A1E-45D57B4A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D3C3B-4993-46D7-9BFD-1231D09B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15291-27E8-4AD5-B17B-3AC5A63C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63CC6-B961-41C4-91F8-A9878935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1F504-65AD-4D94-9FE1-A8D2D4E3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462E5-9308-4469-A2AF-38F990AC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5E2B5-C906-4EA3-B175-70375267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6186C-072B-4195-A50E-302201DD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4018F-D07B-4CEE-9358-9FAA8356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448AC-54DE-4601-A10E-E462E239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9231A-6847-48FE-9BA7-06998A45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B5501-E213-478F-B24B-0B52BF68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7AC0B-9E46-4000-B026-9AED1676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E8270-63A2-4194-A87E-45FC6AD3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DAAB6-9077-4CCB-9812-487FDCD5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4966F0-B75D-4260-B2EA-D178F2E3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AB6F33-99F4-4D4F-8DB3-47928469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58185-885E-447A-9E92-66867240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665155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A20CD-53D0-49D8-B181-03512B60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D279D-D711-4143-963A-FCFE81D8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9FC86-3F4F-4A19-A407-EB1DD513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A1B53-F95B-4613-BC1B-83D16652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FA913-AAD2-4DA8-A5DB-D948AE7F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3A5D9-F22C-4A54-9E5A-B3BD8809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AE10B-8B95-468B-AE9C-466876BC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DD845-C1F1-4F30-BB29-2126A4B7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6D6DB-EED8-4C3E-A7A8-9224BD5F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6F210-C6E6-4E27-8D94-79E48496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C4091-DBD9-4D78-92E5-4ABF2752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C2360-9B3B-42BF-AC7E-14A922FA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C7657-3C2E-43EA-A384-EFA07777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EBE0C-0EFA-4979-BD89-360F0074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11292558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7B1CC-135C-4D66-9F10-B7F0E62C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BOARD REGRESSION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C80F4-12D7-49B4-943C-D3BEF2BD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bare-metal loopback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486D5-BAC1-4E2F-B7FA-C1D8828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A078B-4251-4B43-A721-B6977D4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2B7EA3C-8352-4D7F-8ED0-B31F03270D0D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c3affd344a46b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6593-FB9A-448F-ADDD-3967CFD1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C7089-E074-4846-A4B1-2D255D79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1,000 transfers per payload; zero API errors, timeouts or RX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47960-9217-4F24-B710-9AF379DE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33 / 33 sustained points pass.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42628-DAB0-4DF0-B968-C0EBD4C9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81425"/>
            <a:ext cx="2952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Rates use different methods: Linux aggregates 3 × 60 s; bare-metal rate is payload bytes divided by mean transfer latency. Treat the curves as context, not a direct speed-up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93031-18F1-40E4-A6A6-D8ADB1A8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CEC11-98A1-4E6A-B1AD-EFBEFB60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Next: match 1,000-transfer Linux runs and execute the 60-second bare-metal runner.</a:t>
            </a:r>
          </a:p>
        </p:txBody>
      </p:sp>
    </p:spTree>
    <p:extLst>
      <p:ext uri="{BB962C8B-B14F-4D97-AF65-F5344CB8AC3E}">
        <p14:creationId xmlns:p14="http://schemas.microsoft.com/office/powerpoint/2010/main" val="960018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2026-10-16T23:30:02.2790000Z</dcterms:created>
  <dcterms:modified xsi:type="dcterms:W3CDTF">2026-10-16T23:30:02.2790000Z</dcterms:modified>
</coreProperties>
</file>