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034f6b9824a1e" /><Relationship Type="http://schemas.openxmlformats.org/officeDocument/2006/relationships/extended-properties" Target="/docProps/app.xml" Id="R43e4d3a254c84711" /><Relationship Type="http://schemas.openxmlformats.org/officeDocument/2006/relationships/officeDocument" Target="/ppt/presentation.xml" Id="Rdcb6fbaffcc2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e84fec5f541fd"/>
  </p:sldMasterIdLst>
  <p:notesMasterIdLst>
    <p:notesMasterId xmlns:r="http://schemas.openxmlformats.org/officeDocument/2006/relationships" r:id="R59658e8578454ae8"/>
  </p:notesMasterIdLst>
  <p:sldIdLst>
    <p:sldId xmlns:r="http://schemas.openxmlformats.org/officeDocument/2006/relationships" id="256" r:id="R6029c9fee16145a8"/>
    <p:sldId xmlns:r="http://schemas.openxmlformats.org/officeDocument/2006/relationships" id="257" r:id="R922ce05858224b95"/>
    <p:sldId xmlns:r="http://schemas.openxmlformats.org/officeDocument/2006/relationships" id="258" r:id="Rb805e674bc074761"/>
    <p:sldId xmlns:r="http://schemas.openxmlformats.org/officeDocument/2006/relationships" id="259" r:id="Ra18e0f9212b74ce6"/>
    <p:sldId xmlns:r="http://schemas.openxmlformats.org/officeDocument/2006/relationships" id="260" r:id="Rb4cde69a5a354b7e"/>
    <p:sldId xmlns:r="http://schemas.openxmlformats.org/officeDocument/2006/relationships" id="261" r:id="R61e0de6a3e834b38"/>
    <p:sldId xmlns:r="http://schemas.openxmlformats.org/officeDocument/2006/relationships" id="262" r:id="R719d97b0f0aa40d6"/>
    <p:sldId xmlns:r="http://schemas.openxmlformats.org/officeDocument/2006/relationships" id="263" r:id="R6e5d333755ac4168"/>
    <p:sldId xmlns:r="http://schemas.openxmlformats.org/officeDocument/2006/relationships" id="264" r:id="R9ca0ae272a0b4ca8"/>
    <p:sldId xmlns:r="http://schemas.openxmlformats.org/officeDocument/2006/relationships" id="265" r:id="R9497856ddf794490"/>
    <p:sldId xmlns:r="http://schemas.openxmlformats.org/officeDocument/2006/relationships" id="266" r:id="Rf248627d59f04d1c"/>
    <p:sldId xmlns:r="http://schemas.openxmlformats.org/officeDocument/2006/relationships" id="267" r:id="R3e5bbbbe1f8b42ff"/>
    <p:sldId xmlns:r="http://schemas.openxmlformats.org/officeDocument/2006/relationships" id="268" r:id="R8929dc98012843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8c7549a994bc3" /><Relationship Type="http://schemas.openxmlformats.org/officeDocument/2006/relationships/slideMaster" Target="/ppt/slideMasters/slideMaster1.xml" Id="R230e84fec5f541fd" /><Relationship Type="http://schemas.openxmlformats.org/officeDocument/2006/relationships/notesMaster" Target="/ppt/notesMasters/notesMaster1.xml" Id="R59658e8578454ae8" /><Relationship Type="http://schemas.openxmlformats.org/officeDocument/2006/relationships/presProps" Target="/ppt/presProps.xml" Id="Rfb5014ff830849fe" /><Relationship Type="http://schemas.openxmlformats.org/officeDocument/2006/relationships/tableStyles" Target="/ppt/tableStyles.xml" Id="Reea3555baadc4692" /><Relationship Type="http://schemas.openxmlformats.org/officeDocument/2006/relationships/slide" Target="/ppt/slides/slide1.xml" Id="R6029c9fee16145a8" /><Relationship Type="http://schemas.openxmlformats.org/officeDocument/2006/relationships/slide" Target="/ppt/slides/slide2.xml" Id="R922ce05858224b95" /><Relationship Type="http://schemas.openxmlformats.org/officeDocument/2006/relationships/slide" Target="/ppt/slides/slide3.xml" Id="Rb805e674bc074761" /><Relationship Type="http://schemas.openxmlformats.org/officeDocument/2006/relationships/slide" Target="/ppt/slides/slide4.xml" Id="Ra18e0f9212b74ce6" /><Relationship Type="http://schemas.openxmlformats.org/officeDocument/2006/relationships/slide" Target="/ppt/slides/slide5.xml" Id="Rb4cde69a5a354b7e" /><Relationship Type="http://schemas.openxmlformats.org/officeDocument/2006/relationships/slide" Target="/ppt/slides/slide6.xml" Id="R61e0de6a3e834b38" /><Relationship Type="http://schemas.openxmlformats.org/officeDocument/2006/relationships/slide" Target="/ppt/slides/slide7.xml" Id="R719d97b0f0aa40d6" /><Relationship Type="http://schemas.openxmlformats.org/officeDocument/2006/relationships/slide" Target="/ppt/slides/slide8.xml" Id="R6e5d333755ac4168" /><Relationship Type="http://schemas.openxmlformats.org/officeDocument/2006/relationships/slide" Target="/ppt/slides/slide9.xml" Id="R9ca0ae272a0b4ca8" /><Relationship Type="http://schemas.openxmlformats.org/officeDocument/2006/relationships/slide" Target="/ppt/slides/slide10.xml" Id="R9497856ddf794490" /><Relationship Type="http://schemas.openxmlformats.org/officeDocument/2006/relationships/slide" Target="/ppt/slides/slide11.xml" Id="Rf248627d59f04d1c" /><Relationship Type="http://schemas.openxmlformats.org/officeDocument/2006/relationships/slide" Target="/ppt/slides/slide12.xml" Id="R3e5bbbbe1f8b42ff" /><Relationship Type="http://schemas.openxmlformats.org/officeDocument/2006/relationships/slide" Target="/ppt/slides/slide13.xml" Id="R8929dc980128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e2d48acdc42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17022ee544188" /><Relationship Type="http://schemas.openxmlformats.org/officeDocument/2006/relationships/notesMaster" Target="/ppt/notesMasters/notesMaster1.xml" Id="R3dacd00f51b844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9b3bf09a4413f" /><Relationship Type="http://schemas.openxmlformats.org/officeDocument/2006/relationships/notesMaster" Target="/ppt/notesMasters/notesMaster1.xml" Id="R03e8e2f46661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e94084171a45eb" /><Relationship Type="http://schemas.openxmlformats.org/officeDocument/2006/relationships/notesMaster" Target="/ppt/notesMasters/notesMaster1.xml" Id="R9f3d106af02d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811f4eb50047ea" /><Relationship Type="http://schemas.openxmlformats.org/officeDocument/2006/relationships/notesMaster" Target="/ppt/notesMasters/notesMaster1.xml" Id="R804dcbaa467540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a769929b0b44f3" /><Relationship Type="http://schemas.openxmlformats.org/officeDocument/2006/relationships/notesMaster" Target="/ppt/notesMasters/notesMaster1.xml" Id="Rcbbfc0a8a925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1fa924d934cd1" /><Relationship Type="http://schemas.openxmlformats.org/officeDocument/2006/relationships/notesMaster" Target="/ppt/notesMasters/notesMaster1.xml" Id="R30f79f0cca3b40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699c9541e4463a" /><Relationship Type="http://schemas.openxmlformats.org/officeDocument/2006/relationships/notesMaster" Target="/ppt/notesMasters/notesMaster1.xml" Id="R119c9697162440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a648f09e504d2e" /><Relationship Type="http://schemas.openxmlformats.org/officeDocument/2006/relationships/notesMaster" Target="/ppt/notesMasters/notesMaster1.xml" Id="R87f3a527530b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9cf1386a6940ff" /><Relationship Type="http://schemas.openxmlformats.org/officeDocument/2006/relationships/notesMaster" Target="/ppt/notesMasters/notesMaster1.xml" Id="R3b61ab5738d540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1895726a5b4e20" /><Relationship Type="http://schemas.openxmlformats.org/officeDocument/2006/relationships/notesMaster" Target="/ppt/notesMasters/notesMaster1.xml" Id="R82c36e54d8704b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c952fa4c684496" /><Relationship Type="http://schemas.openxmlformats.org/officeDocument/2006/relationships/notesMaster" Target="/ppt/notesMasters/notesMaster1.xml" Id="R74ce84e537e94a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5e8006c1fe4dba" /><Relationship Type="http://schemas.openxmlformats.org/officeDocument/2006/relationships/notesMaster" Target="/ppt/notesMasters/notesMaster1.xml" Id="Rd51504a037bd42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1177d1a9484d89" /><Relationship Type="http://schemas.openxmlformats.org/officeDocument/2006/relationships/notesMaster" Target="/ppt/notesMasters/notesMaster1.xml" Id="R2e4bf32f918c43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comparison is bounded and does not identify a universal causal Linux-only cost. Task 2b has simulation but no valid physical DMA sweep. Task 2c supports best-effort suitability only. Task 2d is design-only. Task 2e has no physical sustained-run data.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2e runner report: results/SOW_2E_SUSTAINED_RUNNER_20261016.md.</a:t>
            </a:r>
          </a:p>
          <a:p xmlns:a="http://schemas.openxmlformats.org/drawingml/2006/main">
            <a:r>
              <a:t>Build artifacts, AArch64 Linux runner, live target preflight, and access limitations: results/task2e_sustainable_runner_20261016/. SHA-256 manifest: results/task2e_sustainable_runner_20261016/SHA256SUMS.</a:t>
            </a:r>
          </a:p>
          <a:p xmlns:a="http://schemas.openxmlformats.org/drawingml/2006/main">
            <a:r>
              <a:t>Host mocks validate software behavior only; they are not hardware results. The target preflight confirmed /dev/spidev1.0, the a0000000.spi platform device, and active SPI IRQ. The console user lacks permission to access the device.</a:t>
            </a:r>
          </a:p>
          <a:p xmlns:a="http://schemas.openxmlformats.org/drawingml/2006/main">
            <a:r>
              <a:t>Bare-metal ELF is a build artifact, not a target execution result. The plan and closure criteria are in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5a316570346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02c009d8348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9966086a347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ace6840f244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7839813a849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b00de42b1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D8F0F-CDC7-40B5-86EE-9FAD41344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C56935-E562-4733-9CE7-D8619C0D5B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5A5ACA-0184-4FE5-9C5B-C1C9D9451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CADC5F-5180-4154-B4B1-2BAD450E14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58BB20-08BC-455D-9CBC-D1558388C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011DDE-0ED9-4275-940C-A1A980F63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4E9DFC-3CE2-40E1-9B11-12FC0E17E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2E0AB8-E009-4147-8126-426609503C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606789-41FD-4AC1-BEA6-6A5D0D2435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40D61C-DBFB-4E2B-A161-89B768AE0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10b5e72ec4ebf" /><Relationship Type="http://schemas.openxmlformats.org/officeDocument/2006/relationships/slideLayout" Target="/ppt/slideLayouts/slideLayout1.xml" Id="Reb4514491bad4b71" /><Relationship Type="http://schemas.openxmlformats.org/officeDocument/2006/relationships/slideLayout" Target="/ppt/slideLayouts/slideLayout2.xml" Id="R51ad00187e85451e" /><Relationship Type="http://schemas.openxmlformats.org/officeDocument/2006/relationships/slideLayout" Target="/ppt/slideLayouts/slideLayout3.xml" Id="R2942f86faddc41f0" /><Relationship Type="http://schemas.openxmlformats.org/officeDocument/2006/relationships/slideLayout" Target="/ppt/slideLayouts/slideLayout4.xml" Id="R774e73fa841c43cf" /><Relationship Type="http://schemas.openxmlformats.org/officeDocument/2006/relationships/slideLayout" Target="/ppt/slideLayouts/slideLayout5.xml" Id="R941ad3515c5c43dd" /><Relationship Type="http://schemas.openxmlformats.org/officeDocument/2006/relationships/slideLayout" Target="/ppt/slideLayouts/slideLayout6.xml" Id="R6c8775ecf0f0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514491bad4b71"/>
    <p:sldLayoutId xmlns:r="http://schemas.openxmlformats.org/officeDocument/2006/relationships" id="2147483650" r:id="R51ad00187e85451e"/>
    <p:sldLayoutId xmlns:r="http://schemas.openxmlformats.org/officeDocument/2006/relationships" id="2147483651" r:id="R2942f86faddc41f0"/>
    <p:sldLayoutId xmlns:r="http://schemas.openxmlformats.org/officeDocument/2006/relationships" id="2147483652" r:id="R774e73fa841c43cf"/>
    <p:sldLayoutId xmlns:r="http://schemas.openxmlformats.org/officeDocument/2006/relationships" id="2147483653" r:id="R941ad3515c5c43dd"/>
    <p:sldLayoutId xmlns:r="http://schemas.openxmlformats.org/officeDocument/2006/relationships" id="2147483654" r:id="R6c8775ecf0f0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4245053274c23" /><Relationship Type="http://schemas.openxmlformats.org/officeDocument/2006/relationships/notesSlide" Target="/ppt/notesSlides/notesSlide1.xml" Id="R4540df1212e747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1462fa5b843c0" /><Relationship Type="http://schemas.openxmlformats.org/officeDocument/2006/relationships/chart" Target="/ppt/slides/charts/chart1.xml" Id="R1e46e46b33124a6d" /><Relationship Type="http://schemas.openxmlformats.org/officeDocument/2006/relationships/notesSlide" Target="/ppt/notesSlides/notesSlide2.xml" Id="R23665739c2ad45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78a7cd35347e3" /><Relationship Type="http://schemas.openxmlformats.org/officeDocument/2006/relationships/chart" Target="/ppt/slides/charts/chart2.xml" Id="Rc995033e794a4418" /><Relationship Type="http://schemas.openxmlformats.org/officeDocument/2006/relationships/notesSlide" Target="/ppt/notesSlides/notesSlide3.xml" Id="Rc35065dc7d26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4f0db01854ba0" /><Relationship Type="http://schemas.openxmlformats.org/officeDocument/2006/relationships/chart" Target="/ppt/slides/charts/chart3.xml" Id="R71d20ddbb2714ebc" /><Relationship Type="http://schemas.openxmlformats.org/officeDocument/2006/relationships/notesSlide" Target="/ppt/notesSlides/notesSlide4.xml" Id="R196f2fb4e04d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0fcdf0fc64373" /><Relationship Type="http://schemas.openxmlformats.org/officeDocument/2006/relationships/notesSlide" Target="/ppt/notesSlides/notesSlide5.xml" Id="Rc351453aa724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95c15fdd449e9" /><Relationship Type="http://schemas.openxmlformats.org/officeDocument/2006/relationships/notesSlide" Target="/ppt/notesSlides/notesSlide6.xml" Id="R4062de879dad42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cc027c2364752" /><Relationship Type="http://schemas.openxmlformats.org/officeDocument/2006/relationships/chart" Target="/ppt/slides/charts/chart4.xml" Id="R984dc40dd7644164" /><Relationship Type="http://schemas.openxmlformats.org/officeDocument/2006/relationships/notesSlide" Target="/ppt/notesSlides/notesSlide7.xml" Id="R50a5f25d7fd0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d2c17797a4473" /><Relationship Type="http://schemas.openxmlformats.org/officeDocument/2006/relationships/notesSlide" Target="/ppt/notesSlides/notesSlide8.xml" Id="R640e6251af6048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e97ac74624541" /><Relationship Type="http://schemas.openxmlformats.org/officeDocument/2006/relationships/notesSlide" Target="/ppt/notesSlides/notesSlide9.xml" Id="R414b06a4dc214c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b4b0b15384194" /><Relationship Type="http://schemas.openxmlformats.org/officeDocument/2006/relationships/notesSlide" Target="/ppt/notesSlides/notesSlide10.xml" Id="R7c180685eef944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33b1b138f481f" /><Relationship Type="http://schemas.openxmlformats.org/officeDocument/2006/relationships/notesSlide" Target="/ppt/notesSlides/notesSlide11.xml" Id="Rcab25ecd013347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3b73b6eac4e73" /><Relationship Type="http://schemas.openxmlformats.org/officeDocument/2006/relationships/notesSlide" Target="/ppt/notesSlides/notesSlide12.xml" Id="R9e773d1c50444c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d7ea0166b46d5" /><Relationship Type="http://schemas.openxmlformats.org/officeDocument/2006/relationships/notesSlide" Target="/ppt/notesSlides/notesSlide13.xml" Id="R8e055bf437614c5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C3C09-73B6-402F-A04A-A11005D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FE010-A52A-4888-949C-A448EA5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77C5-1616-43FC-985E-4633325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D3C09-8FAC-42AC-8D80-345E047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5B143-7035-4222-9CC7-7ECE69A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719758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0A296-8D5E-4774-8917-09D713A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5994F-E22C-4A75-81BC-69F4F93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97087-2FD4-497E-A55C-659D00D6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53C6-3090-4730-9F71-562046F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BBD5E9F-45E6-4747-8F0C-C98C5592AF1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6e46b33124a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F7438-3FF0-4708-B0DB-665010B0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E343-B6B2-4ED7-9891-22549BE4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99D10-EBBD-48C9-A164-10F683E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27B3A-9803-4F69-887B-80F7FE1C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E7A5D-9032-41DF-BC5F-55A3982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971861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DD6A6-7B8C-4D43-BD56-8E70143B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2CBF-1344-444B-8CC2-DDA76D15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FADF5-6B02-4FCF-B1DA-066FC74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A6C69-074B-4A43-AD3D-4738585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0E67A7B-5F85-4378-9409-A9213EA98728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95033e794a44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FAD53-1AE1-4174-B049-0EEA11D3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93647-BE55-44EE-B0BA-97E4010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6C565-7AB5-40E4-9FBE-F425A4E6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91BF1-704D-4CD2-BC38-0AC23508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87262-BD94-45CD-B609-FF61464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340108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C078C-D3BC-470F-BC25-B32EA434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E54CF-AB27-4B29-A280-60AD0F6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F80F9-8D2F-4BC9-B837-EC9F41F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93292-7181-43D7-BD5F-98837696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C5FB44E-3F4F-49A4-9C0C-13608052931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d20ddbb2714eb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55FAE-2F76-4E64-A1A1-FFDEBB2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C97E5-C9D9-4D2B-BF05-EFF52616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4ABD5-5C05-41D9-8D48-676F6C0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D3E10-B455-472E-87FB-C3D340A4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592955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35D4C8-8138-4206-ADD2-FC160F9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16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4264C-A533-44BA-93F1-9D028B0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BE1B8-302A-4114-8109-833DF1ED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6F246-2D64-4894-BFF3-ED046E3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8E67B-A2F5-4422-BE33-FA034B0F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10164-B3FB-4D06-977E-6C2ABB7C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C6C6-2477-43E8-AE39-611980D7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E9A2-0249-420E-B323-1927CF36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11 sizes × 1,000 on Linux and bare metal; no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16970-0464-4811-B22C-20497EC4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3ABE1-8CC3-422A-8FBB-29F64BF0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3857-F4CC-4472-A91B-A76A155A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87049-3106-47F6-9C6D-9CD7635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992B5-6AE0-4952-ACD7-66DED0D6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A8A9A-7460-47AF-A5A7-3A646421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7C088-CAFC-4FDA-A10B-637C1CB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B205F-A387-415D-B2D8-6472379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6A0F3-E95C-47AC-9026-3B1E6B99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2C9E9-F49A-4C1B-BE02-7DDB930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7B263-4DE3-4195-A716-AC39E40E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80938-F663-46B9-BA3C-4E2627D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53A5C-8BBB-4403-8F56-114FDB6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B0B7E-5F8D-421E-8E86-6134C46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4BCBB-5296-4F39-8874-3A1A1DC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ACA32-AE6B-41B2-8FBB-EA6589C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Shared contract and both sustained runners built; physical sustained runs and paired manifest remain open.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D8C92-9CAA-4A42-9C50-A6EBC40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5B824-B393-40FD-A774-448BD6A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FB08A7-1D17-4E91-992B-E382AE4E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AEA99-07C8-4043-A779-E01F063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DBA2E-C7A8-402A-8391-2C098D8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B849A-9CB0-4804-9BF7-CF2D68E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B0A58A-D1AC-4D96-8138-66CD1E9A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0E678-D667-4F50-A3F6-AD75C86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E1298-B1D6-4B8D-8C3B-EE59FDB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28743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4AD8E-B5C9-49E5-B80C-E84AA72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641BE-DF1E-4CDE-AC24-D3471C3E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6A05D-856C-43E3-9B81-DD3A9AB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46DD0-8A4E-48F9-8386-BB0C17C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68BC-6B94-4D70-BDD3-B14E4113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F4746-C3F7-4315-9A27-97733B4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6593D-BF69-4E91-A345-A933656A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E0299-2954-47B5-9A0D-1F1AFD31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CE0E6-831E-40EC-A38E-5F709284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DE0F3-8072-41ED-8EB2-CB7C6E30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F9B54-A2D3-4F61-ACDE-6589DF20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5ECDC-2B74-4053-BBF8-89FD60A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161F5-BBE9-4333-B113-0E6EC38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433ED-93E7-4BB3-80B7-F702513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42545-241D-4779-8941-0F8052D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D2A7A-343D-48BA-8926-A3B97A8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8D0C8-6103-47FF-8EA3-D1D4330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BA5FA-7292-4E3D-8FB9-74A8D22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1BBA9-EBA7-4127-B333-DBEF9EC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B10B5-E313-4366-B823-1FA69C7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F37E8-4EA7-4836-8085-5F00046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11209-01DA-4318-9EB5-8C2E53D3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A65D3-1517-4FC3-8CB1-64F7CFE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57983-662B-4EDC-A21D-BD3F41A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4E69B-A89E-41DF-AF8A-B5C45EF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B3F53-738B-481C-BD5C-39CBAA23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768871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10BD3-938E-42D8-9A4E-C17195A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2CA3-838B-43EB-B42C-0262FB0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90B47-4F56-41E8-876E-56C59DC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35CF6-B503-4A15-A7E4-823008F4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7B18E67-31AB-4C6F-85B8-781C5F3A5B8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4dc40dd764416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456D6-1B5B-441C-BE3D-CE00FC72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6736E-7335-4334-BCD6-AB70C2E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5123A-BEAB-413C-92D3-58E42825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E168-8C8B-4B80-9F1B-DD5455C3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9493050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F69C4-13B0-4F6D-8F29-4D4749B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B25F-80F0-4E1F-B688-61D302C7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538BA-A85D-4DC0-B91C-28F7D7CE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20D87-6214-4D54-A133-F44FB7C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9FFAA-8618-45BE-8710-AF2C733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94E5-EA1B-483A-981A-BA57F950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36233-FF0F-4FFF-9A89-8E9F3523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FC0E-FFE7-420D-A752-F477E967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CE611-11E1-44DE-B406-DAD0B0EF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7B994-E3F4-4AFF-A2AC-B93B665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5BBBF-9040-487E-95A9-C41F566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1774D-C985-4F28-9D72-1AD9514F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E2E86-DBED-4D13-96BF-69D9F6B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F960B-18DE-4B30-B22C-000E50D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B41D7-8477-4AAB-B2A8-A12C85B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C00CB-F648-4083-A66F-1570BD0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B39BC-9F9E-49FA-A97E-49923102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975590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0004D-DE66-4E1D-9BBC-D5005A9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88453-02BA-49DE-9CFE-4F42F81F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59521-DC7E-4D0B-AAD5-56C7919D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A5522-05CD-40A2-8934-E03E29C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8039D-FC12-499D-BFFA-6C1D959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020AE-C977-469A-9DFA-3D500A97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42AED-0405-4BF9-A093-C26AF96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07B43-FB39-490E-BE92-C8FA2B1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66412-8265-4D51-94CD-935F376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A7AD5-6011-417E-A93F-E29F893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701AA-A434-4500-A8E5-AB503D0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309254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EB4BB-22BD-44F7-B44B-60ACCCF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BFF2-0575-4F33-8896-CE4D9B1D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63F32-1563-4978-8B43-00FBA422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EFC2C-09B9-4040-BC67-3C84AB24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14E08-AFE2-4F81-B8A4-A42BF84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BE2D5-FD2A-4E5B-AF00-26551DB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D7AFB-526C-4C39-99F9-6F93BAD8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401EA-3DA7-4E64-9312-8270C7C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65C19-A173-4FF6-B00B-EDA9540A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C1298-4453-4D03-A4E4-BA9913EF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5EC27-808B-49A8-9F71-E30B4B7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C7F6B-0882-400E-B28A-46FD71D8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9D8A4-C9AF-438F-A177-A6E3AEED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052E0-43A0-402D-B5F2-D7B787AB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3829-496D-4EE5-8D97-A45A2BC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702B7-7F71-4917-8C19-FAAEE5E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82982-3E5F-41A4-86FD-F536953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26E2F-8C49-4047-8425-C224FB8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4EE14-F5B6-460C-AF20-5AB0FAA1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558FB-04DA-442B-95EE-C6A7402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F004B-105D-424D-91D2-9125E25E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8F68A-3416-48FD-A806-944EAAD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9DC76-E70B-4315-8ED2-7F6AB299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D5539-DA70-477F-87CD-446F4326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66232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F8201-3D81-4155-B920-1BDAD6FA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70F58-07BB-4A72-877D-256ED98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02495-703B-4D35-A705-C3D14FB1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C8CCF-2DB2-433B-97A8-A1DEFCC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F50A-071A-4D42-BCA0-5446AC19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DDE19-7107-44CB-A9D8-3595145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9F944-C290-4223-9223-C7985C6E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F44EF-3C5D-483D-8949-87AE86D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00052-FEDC-49DB-812C-818221D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D7D3F-E6A4-4EE5-BF46-B403858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9EAB9-BEF6-4619-ACC4-0FA6E93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E4749-4191-4971-B225-300E0AF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6891C-9035-467C-99D4-DD9C5D0B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2BB18-0809-4C9D-9FE5-7683CFA2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1A18A-3B08-4E9A-8E3A-055D72B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A5DCC-1E86-43B6-9DE7-A7C8295B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941A4-7D92-421D-84F1-3B493DB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5F1CB-D7BE-4B10-A221-36A4F632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F3437-8601-48CC-B872-C2686B0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1AACC-11EF-499D-8E5F-906B32D7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7AEA3-6355-4420-9D27-131EB48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C3C99-7894-4F81-AF25-5F0E2C1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C5A4F-18B1-4A8B-9DE6-AD03170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E0DFE-8A08-4C06-932C-E21D8D5A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9B9C6-CAA3-41CD-988E-29372B7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702837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E361C-1D50-4C03-BF3D-376F88E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80D0D-0301-4BA5-97D0-D51A18C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8602F-B092-4C2D-B55C-2694DBE1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ECEC-8BA5-4AA0-895E-70903F90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BFEBC-1DB2-4FD7-A732-9EC715D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61DA3-A3F2-4E65-8413-72C5163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AC38B-5A47-4653-A0FD-EEEE81A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A61D2-CEEB-49B8-8697-E4217E9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34320-10B1-4A55-96F3-52250619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C7D2D-215C-4E9D-AEDD-B39D1BF4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22974-A883-4512-AD11-66A2960A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498E0-69A9-47C5-90FA-D289DE2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57256-7B0C-4C20-9661-1282B08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62EE1-F5AB-46BF-93F6-8283F06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649233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90AA1-61BF-4E63-87A6-F02236F0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SUSTAINED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EFF07-7665-4549-9334-732A0C9E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2e runners are built; board execution remains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B805D-058C-423F-8F91-A90FCA15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ADA81-662A-4C1A-ABB2-77C873C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D1DC3-D2E7-4B56-AC38-976C0129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7A1C2-50F8-48BC-8814-668408DC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executable built against the target ABI. Four host tests pass, including echo, API-error, mismatch, and invalid-input 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19526-A99F-4689-8BA8-C56E5A8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Not yet run on the ZCU102. The active console account is unprivileged and /dev/spidev1.0 is root-only (0600). No SPI transfer was issued in this session.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280BB-0313-4783-91CD-2BE34710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664A-E103-43A3-B977-D66AAAE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2025.1 build against the pinned 29 September XSA completed. The ELF and build manifests are preserved.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AA427-6A5C-4921-B9ED-A8BCCA94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Not yet run on the board. No sustained-throughput or new CPU-utilization comparison is claimed.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0056B-9C0F-4380-B988-ADB98E3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08479-E17E-411C-95C1-355D899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Next: restore root console access → run the guarded 1-second loopback smoke test → execute the paired 60-second × 11-size × 3-repeat plan.</a:t>
            </a:r>
          </a:p>
        </p:txBody>
      </p:sp>
    </p:spTree>
    <p:extLst>
      <p:ext uri="{BB962C8B-B14F-4D97-AF65-F5344CB8AC3E}">
        <p14:creationId xmlns:p14="http://schemas.microsoft.com/office/powerpoint/2010/main" val="1292995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2026-10-16T22:00:09.1220000Z</dcterms:created>
  <dcterms:modified xsi:type="dcterms:W3CDTF">2026-10-16T22:00:09.1220000Z</dcterms:modified>
</coreProperties>
</file>