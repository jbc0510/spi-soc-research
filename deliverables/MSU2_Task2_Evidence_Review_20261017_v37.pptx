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66d4c04d44431" /><Relationship Type="http://schemas.openxmlformats.org/officeDocument/2006/relationships/extended-properties" Target="/docProps/app.xml" Id="Re21662c4c07b494b" /><Relationship Type="http://schemas.openxmlformats.org/officeDocument/2006/relationships/officeDocument" Target="/ppt/presentation.xml" Id="R4073fe60d8df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736bd43f43fb"/>
  </p:sldMasterIdLst>
  <p:notesMasterIdLst>
    <p:notesMasterId xmlns:r="http://schemas.openxmlformats.org/officeDocument/2006/relationships" r:id="Rf0e958f7b10946fb"/>
  </p:notesMasterIdLst>
  <p:sldIdLst>
    <p:sldId xmlns:r="http://schemas.openxmlformats.org/officeDocument/2006/relationships" id="256" r:id="Rd00e654bde0941b3"/>
    <p:sldId xmlns:r="http://schemas.openxmlformats.org/officeDocument/2006/relationships" id="257" r:id="R088ca60f12ef402f"/>
    <p:sldId xmlns:r="http://schemas.openxmlformats.org/officeDocument/2006/relationships" id="258" r:id="Rb94e76fcc3444753"/>
    <p:sldId xmlns:r="http://schemas.openxmlformats.org/officeDocument/2006/relationships" id="259" r:id="Rae83c6fd2ca84d62"/>
    <p:sldId xmlns:r="http://schemas.openxmlformats.org/officeDocument/2006/relationships" id="260" r:id="R992de4af80f04d14"/>
    <p:sldId xmlns:r="http://schemas.openxmlformats.org/officeDocument/2006/relationships" id="261" r:id="R1533952ba4df4335"/>
    <p:sldId xmlns:r="http://schemas.openxmlformats.org/officeDocument/2006/relationships" id="262" r:id="R2fbf04a7e40c4653"/>
    <p:sldId xmlns:r="http://schemas.openxmlformats.org/officeDocument/2006/relationships" id="263" r:id="Rf6053aefea8e44b8"/>
    <p:sldId xmlns:r="http://schemas.openxmlformats.org/officeDocument/2006/relationships" id="264" r:id="R108ca14207a84263"/>
    <p:sldId xmlns:r="http://schemas.openxmlformats.org/officeDocument/2006/relationships" id="265" r:id="R8eef187245c8495b"/>
    <p:sldId xmlns:r="http://schemas.openxmlformats.org/officeDocument/2006/relationships" id="266" r:id="R3050a1a7b4604051"/>
    <p:sldId xmlns:r="http://schemas.openxmlformats.org/officeDocument/2006/relationships" id="267" r:id="Re378cd556e154a4e"/>
    <p:sldId xmlns:r="http://schemas.openxmlformats.org/officeDocument/2006/relationships" id="268" r:id="Reca8095bbb7d4417"/>
    <p:sldId xmlns:r="http://schemas.openxmlformats.org/officeDocument/2006/relationships" id="269" r:id="Ra7e1f9a240364644"/>
    <p:sldId xmlns:r="http://schemas.openxmlformats.org/officeDocument/2006/relationships" id="270" r:id="R98ffb8db307c4dd4"/>
    <p:sldId xmlns:r="http://schemas.openxmlformats.org/officeDocument/2006/relationships" id="271" r:id="R8fd4b0e9bb2e4b5c"/>
    <p:sldId xmlns:r="http://schemas.openxmlformats.org/officeDocument/2006/relationships" id="272" r:id="R06981c6e696a4c21"/>
    <p:sldId xmlns:r="http://schemas.openxmlformats.org/officeDocument/2006/relationships" id="273" r:id="Rf64db83c49a94f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6494dad9d4cba" /><Relationship Type="http://schemas.openxmlformats.org/officeDocument/2006/relationships/slideMaster" Target="/ppt/slideMasters/slideMaster1.xml" Id="Re8bf736bd43f43fb" /><Relationship Type="http://schemas.openxmlformats.org/officeDocument/2006/relationships/notesMaster" Target="/ppt/notesMasters/notesMaster1.xml" Id="Rf0e958f7b10946fb" /><Relationship Type="http://schemas.openxmlformats.org/officeDocument/2006/relationships/presProps" Target="/ppt/presProps.xml" Id="R4fbc8e4323054b75" /><Relationship Type="http://schemas.openxmlformats.org/officeDocument/2006/relationships/tableStyles" Target="/ppt/tableStyles.xml" Id="Rb9caf91b825d4ed4" /><Relationship Type="http://schemas.openxmlformats.org/officeDocument/2006/relationships/slide" Target="/ppt/slides/slide1.xml" Id="Rd00e654bde0941b3" /><Relationship Type="http://schemas.openxmlformats.org/officeDocument/2006/relationships/slide" Target="/ppt/slides/slide2.xml" Id="R088ca60f12ef402f" /><Relationship Type="http://schemas.openxmlformats.org/officeDocument/2006/relationships/slide" Target="/ppt/slides/slide3.xml" Id="Rb94e76fcc3444753" /><Relationship Type="http://schemas.openxmlformats.org/officeDocument/2006/relationships/slide" Target="/ppt/slides/slide4.xml" Id="Rae83c6fd2ca84d62" /><Relationship Type="http://schemas.openxmlformats.org/officeDocument/2006/relationships/slide" Target="/ppt/slides/slide5.xml" Id="R992de4af80f04d14" /><Relationship Type="http://schemas.openxmlformats.org/officeDocument/2006/relationships/slide" Target="/ppt/slides/slide6.xml" Id="R1533952ba4df4335" /><Relationship Type="http://schemas.openxmlformats.org/officeDocument/2006/relationships/slide" Target="/ppt/slides/slide7.xml" Id="R2fbf04a7e40c4653" /><Relationship Type="http://schemas.openxmlformats.org/officeDocument/2006/relationships/slide" Target="/ppt/slides/slide8.xml" Id="Rf6053aefea8e44b8" /><Relationship Type="http://schemas.openxmlformats.org/officeDocument/2006/relationships/slide" Target="/ppt/slides/slide9.xml" Id="R108ca14207a84263" /><Relationship Type="http://schemas.openxmlformats.org/officeDocument/2006/relationships/slide" Target="/ppt/slides/slide10.xml" Id="R8eef187245c8495b" /><Relationship Type="http://schemas.openxmlformats.org/officeDocument/2006/relationships/slide" Target="/ppt/slides/slide11.xml" Id="R3050a1a7b4604051" /><Relationship Type="http://schemas.openxmlformats.org/officeDocument/2006/relationships/slide" Target="/ppt/slides/slide12.xml" Id="Re378cd556e154a4e" /><Relationship Type="http://schemas.openxmlformats.org/officeDocument/2006/relationships/slide" Target="/ppt/slides/slide13.xml" Id="Reca8095bbb7d4417" /><Relationship Type="http://schemas.openxmlformats.org/officeDocument/2006/relationships/slide" Target="/ppt/slides/slide14.xml" Id="Ra7e1f9a240364644" /><Relationship Type="http://schemas.openxmlformats.org/officeDocument/2006/relationships/slide" Target="/ppt/slides/slide15.xml" Id="R98ffb8db307c4dd4" /><Relationship Type="http://schemas.openxmlformats.org/officeDocument/2006/relationships/slide" Target="/ppt/slides/slide16.xml" Id="R8fd4b0e9bb2e4b5c" /><Relationship Type="http://schemas.openxmlformats.org/officeDocument/2006/relationships/slide" Target="/ppt/slides/slide17.xml" Id="R06981c6e696a4c21" /><Relationship Type="http://schemas.openxmlformats.org/officeDocument/2006/relationships/slide" Target="/ppt/slides/slide18.xml" Id="Rf64db83c49a94f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1a88e7c74a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584bd1488403b" /><Relationship Type="http://schemas.openxmlformats.org/officeDocument/2006/relationships/notesMaster" Target="/ppt/notesMasters/notesMaster1.xml" Id="R7969f4ec882a41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3397f3b094359" /><Relationship Type="http://schemas.openxmlformats.org/officeDocument/2006/relationships/notesMaster" Target="/ppt/notesMasters/notesMaster1.xml" Id="R17b6682d77d7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6184d3fb84900" /><Relationship Type="http://schemas.openxmlformats.org/officeDocument/2006/relationships/notesMaster" Target="/ppt/notesMasters/notesMaster1.xml" Id="R079500f9a77c4a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2f8edfd9944975" /><Relationship Type="http://schemas.openxmlformats.org/officeDocument/2006/relationships/notesMaster" Target="/ppt/notesMasters/notesMaster1.xml" Id="R7c5d8495c074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b61b15fea4f24" /><Relationship Type="http://schemas.openxmlformats.org/officeDocument/2006/relationships/notesMaster" Target="/ppt/notesMasters/notesMaster1.xml" Id="R374ec061672f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6cc082ba344317" /><Relationship Type="http://schemas.openxmlformats.org/officeDocument/2006/relationships/notesMaster" Target="/ppt/notesMasters/notesMaster1.xml" Id="R53b60422bde544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8c5b62c0b642a7" /><Relationship Type="http://schemas.openxmlformats.org/officeDocument/2006/relationships/notesMaster" Target="/ppt/notesMasters/notesMaster1.xml" Id="R81148139264d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b6ef035764575" /><Relationship Type="http://schemas.openxmlformats.org/officeDocument/2006/relationships/notesMaster" Target="/ppt/notesMasters/notesMaster1.xml" Id="Rc21a4a338eef42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9b3e5f64064e3d" /><Relationship Type="http://schemas.openxmlformats.org/officeDocument/2006/relationships/notesMaster" Target="/ppt/notesMasters/notesMaster1.xml" Id="R67a997d84f0349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fbd0014bdc4dae" /><Relationship Type="http://schemas.openxmlformats.org/officeDocument/2006/relationships/notesMaster" Target="/ppt/notesMasters/notesMaster1.xml" Id="R4561af60638c4d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f4e511562947c8" /><Relationship Type="http://schemas.openxmlformats.org/officeDocument/2006/relationships/notesMaster" Target="/ppt/notesMasters/notesMaster1.xml" Id="Rb45f61ac9f224b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0413778b4c4828" /><Relationship Type="http://schemas.openxmlformats.org/officeDocument/2006/relationships/notesMaster" Target="/ppt/notesMasters/notesMaster1.xml" Id="R4ca0e5e305f845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eaeea559a44887" /><Relationship Type="http://schemas.openxmlformats.org/officeDocument/2006/relationships/notesMaster" Target="/ppt/notesMasters/notesMaster1.xml" Id="Rc29dd6b24beb43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752d5e703e4e7b" /><Relationship Type="http://schemas.openxmlformats.org/officeDocument/2006/relationships/notesMaster" Target="/ppt/notesMasters/notesMaster1.xml" Id="R2a49d226900441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3234fc34e64c26" /><Relationship Type="http://schemas.openxmlformats.org/officeDocument/2006/relationships/notesMaster" Target="/ppt/notesMasters/notesMaster1.xml" Id="Re1445889dd3e4d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e09911ab474760" /><Relationship Type="http://schemas.openxmlformats.org/officeDocument/2006/relationships/notesMaster" Target="/ppt/notesMasters/notesMaster1.xml" Id="R720b7020788245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7b3395c97a426b" /><Relationship Type="http://schemas.openxmlformats.org/officeDocument/2006/relationships/notesMaster" Target="/ppt/notesMasters/notesMaster1.xml" Id="R35fff6d53a9b40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090ed053a64d6b" /><Relationship Type="http://schemas.openxmlformats.org/officeDocument/2006/relationships/notesMaster" Target="/ppt/notesMasters/notesMaster1.xml" Id="R2a3e0703239c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FIT build: python3 scripts/task2g_build_dualmode_fit.py with the SD FIT, unified SPI ELF, signing-key directory, control DTB, and U-Boot host tools as inputs.</a:t>
            </a:r>
          </a:p>
          <a:p xmlns:a="http://schemas.openxmlformats.org/drawingml/2006/main">
            <a:r>
              <a:t>The candidate reuses the card image.ub payloads (Linux kernel SHA-256 023ae2aa3f608f115f466d150383ea50d40a727cb79e4c1ec7c42b4f637dcb99; DTB 852b2591a8f1d095d2392f098fb547280a0e3cb71b6556e416aea1684a3d942e; initramfs 6eba38d56d5ab4fc5a5e359e07429269b25e94a2262f0a151cc806f817ba7fe0) and the unified menu ELF SHA-256 9a1b1455a0b4255429e9c767db2f8ab7d0a54bc1bfa8b2f67bce75a85794c067.</a:t>
            </a:r>
          </a:p>
          <a:p xmlns:a="http://schemas.openxmlformats.org/drawingml/2006/main">
            <a:r>
              <a:t>All three FIT configurations (linux, spi-test, pl-overlay) passed U-Boot fit_check_sign using a required sha256,rsa2048 key. Modifying the standalone SPI payload caused signature verification to fail. The bare-metal application did not execute during this host check.</a:t>
            </a:r>
          </a:p>
          <a:p xmlns:a="http://schemas.openxmlformats.org/drawingml/2006/main">
            <a:r>
              <a:t>A U-Boot 2025.01-Xilinx sandbox build with the fixed compiled environment displayed two choices plus Quit, omitted the U-Boot-console entry, and selected the requested benign option. A sandbox-compatible signed FIT made from the exact candidate payload bytes was accepted for Linux; the SPI menu firmware loaded with autostart=no; a tampered SPI payload was rejected before firmware loading. See results/task2g_dualmode_sandbox_20261017/.</a:t>
            </a:r>
          </a:p>
          <a:p xmlns:a="http://schemas.openxmlformats.org/drawingml/2006/main">
            <a:r>
              <a:t>The actual PetaLinux project built U-Boot with the fixed menu and FIT verification code. The target ELF SHA-256 is 70498b6e1dfe8392d6e1ca75b8384b9a21c61f668d34ad01a11e9b2d9ba120d3. Bootgen packaged it with the validated J55 bitstream SHA-256 c27bb684ca843e173585aed50096f95692530444b808ec948006dbb0d67f56fd and a required-key system DTB loaded at 0x100000.</a:t>
            </a:r>
          </a:p>
          <a:p xmlns:a="http://schemas.openxmlformats.org/drawingml/2006/main">
            <a:r>
              <a:t>Candidate BOOT_SIGNED_SELECTOR.bin SHA-256 is 8436f5ddad8143e48cae82fa9c375a831e16839172e81d3ebb9cf7e8fee6e718. Repeating packaging produced the same hash. The system DTB extracted from this package has required=conf; FIT checks against that extracted DTB accepted linux, spi-test, and pl-overlay, while the modified SPI FIT was rejected.</a:t>
            </a:r>
          </a:p>
          <a:p xmlns:a="http://schemas.openxmlformats.org/drawingml/2006/main">
            <a:r>
              <a:t>The card contains BOOT.BIN with SHA-256 8436f5ddad8143e48cae82fa9c375a831e16839172e81d3ebb9cf7e8fee6e718, the signed FIT with SHA-256 e6d065f82305e5216a3613e92b42d4749870f67c1df7b19bef950339d952a5ad, and the original BOOT.BIN backup. No target boot, A53 execution, Linux operations, or physical SPI transfer has been tested with this package. FIT verification only protects payloads after trusted U-Boot starts, and no BootROM/FSBL authentication or hardware key provisioning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8adac6acd42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b2927126b49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458abd55a4b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a6d441fdc4b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662418f8048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a7cc63cad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DE6BBC-97AD-464A-9A41-6E195B9443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66DEC3-47A1-45CC-A2D3-9EFD984118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705AD8-98B7-450C-9047-960F01017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4FB555-3C7E-43C8-9F72-89B90D150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F824D0-A91E-42EB-A0F6-67FE137B28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026B47-85F0-47A6-86E8-1F5D71574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1D6AA3-E241-4905-B9F4-B8EAC114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AF808B-1D84-4A7A-A9B3-21F53BB2AA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284C6-A6A1-427C-B14A-7A4A4A2AA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33E911-6426-4E6F-971E-37FDFA661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7f71a8430245aa" /><Relationship Type="http://schemas.openxmlformats.org/officeDocument/2006/relationships/slideLayout" Target="/ppt/slideLayouts/slideLayout1.xml" Id="R758d19e5a35d4ae9" /><Relationship Type="http://schemas.openxmlformats.org/officeDocument/2006/relationships/slideLayout" Target="/ppt/slideLayouts/slideLayout2.xml" Id="R50aa902dcd56461e" /><Relationship Type="http://schemas.openxmlformats.org/officeDocument/2006/relationships/slideLayout" Target="/ppt/slideLayouts/slideLayout3.xml" Id="R98528ea6675742cc" /><Relationship Type="http://schemas.openxmlformats.org/officeDocument/2006/relationships/slideLayout" Target="/ppt/slideLayouts/slideLayout4.xml" Id="R7865c5b89a1b4c7a" /><Relationship Type="http://schemas.openxmlformats.org/officeDocument/2006/relationships/slideLayout" Target="/ppt/slideLayouts/slideLayout5.xml" Id="Rcdaf467143754a28" /><Relationship Type="http://schemas.openxmlformats.org/officeDocument/2006/relationships/slideLayout" Target="/ppt/slideLayouts/slideLayout6.xml" Id="Rbdc94c625e80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d19e5a35d4ae9"/>
    <p:sldLayoutId xmlns:r="http://schemas.openxmlformats.org/officeDocument/2006/relationships" id="2147483650" r:id="R50aa902dcd56461e"/>
    <p:sldLayoutId xmlns:r="http://schemas.openxmlformats.org/officeDocument/2006/relationships" id="2147483651" r:id="R98528ea6675742cc"/>
    <p:sldLayoutId xmlns:r="http://schemas.openxmlformats.org/officeDocument/2006/relationships" id="2147483652" r:id="R7865c5b89a1b4c7a"/>
    <p:sldLayoutId xmlns:r="http://schemas.openxmlformats.org/officeDocument/2006/relationships" id="2147483653" r:id="Rcdaf467143754a28"/>
    <p:sldLayoutId xmlns:r="http://schemas.openxmlformats.org/officeDocument/2006/relationships" id="2147483654" r:id="Rbdc94c625e80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5203b0033492e" /><Relationship Type="http://schemas.openxmlformats.org/officeDocument/2006/relationships/notesSlide" Target="/ppt/notesSlides/notesSlide1.xml" Id="Rd2baaa7a7b69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88a9c31df41e1" /><Relationship Type="http://schemas.openxmlformats.org/officeDocument/2006/relationships/chart" Target="/ppt/slides/charts/chart1.xml" Id="Rc5f0d0f5b18b4c60" /><Relationship Type="http://schemas.openxmlformats.org/officeDocument/2006/relationships/notesSlide" Target="/ppt/notesSlides/notesSlide2.xml" Id="Red31c03dc3b3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59d3862fa42d0" /><Relationship Type="http://schemas.openxmlformats.org/officeDocument/2006/relationships/chart" Target="/ppt/slides/charts/chart2.xml" Id="Rc7057504ab2a4005" /><Relationship Type="http://schemas.openxmlformats.org/officeDocument/2006/relationships/notesSlide" Target="/ppt/notesSlides/notesSlide3.xml" Id="R8dfc6ff2ca924a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2722fa24a4a48" /><Relationship Type="http://schemas.openxmlformats.org/officeDocument/2006/relationships/chart" Target="/ppt/slides/charts/chart3.xml" Id="R3a23308805d14098" /><Relationship Type="http://schemas.openxmlformats.org/officeDocument/2006/relationships/notesSlide" Target="/ppt/notesSlides/notesSlide4.xml" Id="Rea10c11df26f4b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0e29bb7194a68" /><Relationship Type="http://schemas.openxmlformats.org/officeDocument/2006/relationships/notesSlide" Target="/ppt/notesSlides/notesSlide5.xml" Id="Rb9e5aed1f491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184949dc44e91" /><Relationship Type="http://schemas.openxmlformats.org/officeDocument/2006/relationships/notesSlide" Target="/ppt/notesSlides/notesSlide6.xml" Id="R2ff90a5316394e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a03de33eb45b7" /><Relationship Type="http://schemas.openxmlformats.org/officeDocument/2006/relationships/chart" Target="/ppt/slides/charts/chart4.xml" Id="Rd815207ed92c4733" /><Relationship Type="http://schemas.openxmlformats.org/officeDocument/2006/relationships/notesSlide" Target="/ppt/notesSlides/notesSlide7.xml" Id="R0e831c27890b4c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baf72b61547be" /><Relationship Type="http://schemas.openxmlformats.org/officeDocument/2006/relationships/notesSlide" Target="/ppt/notesSlides/notesSlide8.xml" Id="Rdaf56c36cd7440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fbfdde1144e88" /><Relationship Type="http://schemas.openxmlformats.org/officeDocument/2006/relationships/notesSlide" Target="/ppt/notesSlides/notesSlide9.xml" Id="R4ab8b4fe913242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42ab79b5f4639" /><Relationship Type="http://schemas.openxmlformats.org/officeDocument/2006/relationships/notesSlide" Target="/ppt/notesSlides/notesSlide10.xml" Id="R8cd364fa595d4a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08fcd363945f2" /><Relationship Type="http://schemas.openxmlformats.org/officeDocument/2006/relationships/notesSlide" Target="/ppt/notesSlides/notesSlide11.xml" Id="R6d3fe558808e4d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104352fff4417" /><Relationship Type="http://schemas.openxmlformats.org/officeDocument/2006/relationships/notesSlide" Target="/ppt/notesSlides/notesSlide12.xml" Id="R0223616d88ca4d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7a71f18d14964" /><Relationship Type="http://schemas.openxmlformats.org/officeDocument/2006/relationships/chart" Target="/ppt/slides/charts/chart5.xml" Id="R77bf54e7b6084b02" /><Relationship Type="http://schemas.openxmlformats.org/officeDocument/2006/relationships/notesSlide" Target="/ppt/notesSlides/notesSlide13.xml" Id="R6d6cfd4787074e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8e580113a4d39" /><Relationship Type="http://schemas.openxmlformats.org/officeDocument/2006/relationships/chart" Target="/ppt/slides/charts/chart6.xml" Id="Rc128a155473445a4" /><Relationship Type="http://schemas.openxmlformats.org/officeDocument/2006/relationships/notesSlide" Target="/ppt/notesSlides/notesSlide14.xml" Id="R7ae799083e2c4b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bac2ffe634ee5" /><Relationship Type="http://schemas.openxmlformats.org/officeDocument/2006/relationships/notesSlide" Target="/ppt/notesSlides/notesSlide15.xml" Id="R56cd1526e17942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9199452a74fcd" /><Relationship Type="http://schemas.openxmlformats.org/officeDocument/2006/relationships/chart" Target="/ppt/slides/charts/chart7.xml" Id="R860cf218469a4dc6" /><Relationship Type="http://schemas.openxmlformats.org/officeDocument/2006/relationships/notesSlide" Target="/ppt/notesSlides/notesSlide16.xml" Id="R0f9339a79c9141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bbfc947fb4cc6" /><Relationship Type="http://schemas.openxmlformats.org/officeDocument/2006/relationships/notesSlide" Target="/ppt/notesSlides/notesSlide17.xml" Id="R66a94fd30a8a43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f4d2cd09a4ecf" /><Relationship Type="http://schemas.openxmlformats.org/officeDocument/2006/relationships/notesSlide" Target="/ppt/notesSlides/notesSlide18.xml" Id="Rbc78b0d2a233438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EECC-A719-4604-9C46-A8ECE4A6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DE8DE-037F-4FE7-99F4-7FB9B28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F7858-0914-452F-AEE3-66E70163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0785D-3817-4492-B7D6-8868EA5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0E694-0873-496C-852E-7A887D3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81641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FBEF2-5E9F-4EA2-97E8-9BDE5A63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05894-71CB-4E65-8093-40A1729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03117-12EF-499D-9C1B-0EBCE962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6D3A9-6890-4E8E-A698-57A624E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14E110D-80B9-483E-A000-D001205B728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f0d0f5b18b4c6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075FE-762F-4E2A-A91B-0E989A5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7DA7-8AC7-4353-9247-27E7754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C652-552D-43C2-8AB3-8AC72E6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BE7B-F462-4537-859E-6249695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BFD12-1E89-4AF7-B42F-1E2EE84E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494358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AF90-0211-4FF3-A892-744E5D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6ECD6-2AB3-48B2-B52D-26D0A43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098B2-60BF-4DED-ACF5-7298EE46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B41DA-B485-40A1-A511-806179BE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610B9B6-E806-4751-B143-ABED36C4F4F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057504ab2a400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AF4C0-AEDB-41BE-A472-05C61ECE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35FF9-6A1A-4DEA-9F57-C309FAF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6FB8D-2F25-4B69-A3D7-46E1C515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AF873-D48C-4A85-9D74-F6E09D9A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C844C-1090-4913-A5A6-B5F0646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514281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A6DF8-A9ED-40B5-8B6A-DB61D03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046BD-21F6-444A-9DB1-F2D1690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5C164-1386-4532-AA8D-998C8144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1566C-7281-4F24-AEA1-8845EED6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FBB2733-6F5B-4B99-A08C-CDA5B0B64D6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23308805d140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BCE29-0573-4A34-96B4-0B47246B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872BC-2103-46DC-8FBA-30806BB1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EACB2-51BD-4574-B107-F309222C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51D77-47AC-443F-9345-90F72C06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336226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89D2A9-A3FE-4CB7-87AB-65F65C2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E96B5-DFFC-48EF-B751-4950836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2C6C3-DBD8-481E-8797-CFB19A6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1E2A-2D48-4362-AFE3-BF00B3C8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5BCDC-8FA3-4675-9E86-8656DC8F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EC8BD-AF75-4343-92D6-6FBE596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298F5-1C08-46CB-9EED-4DBF9040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B41BA-F452-4D57-8918-D457904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CA0F-840E-474B-81FB-9EE13BD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AD80A-C557-4168-A3ED-61FFB1DD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FFE0-FA9D-49EA-85A3-F689F2C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3279C-C89C-4A99-8C73-DC51F966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B89D4-2DC1-4C3A-A578-65E55EA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B7660-FDF3-4E2A-9CFD-F296C0F7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B6D43-FD3B-4E4B-996C-CA581697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09F15-F10B-4A20-8E1E-4C68B55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A7C38-FC84-4A66-93BA-8D067D5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07B0F-0421-4A7A-848F-9E58956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16CF3-D9F1-4218-917D-31B44983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E2BE1-2614-45D3-B2D9-CC4DD7E3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7CC4D-4C33-411C-8700-54F752FB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998E1-0DA3-426B-93F8-73E6B67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4D783-E93B-486C-9838-D61BCFE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E6B3B-239F-48CF-ABAA-BE333B8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87A76-52B3-4EC7-AA9F-C79D989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DD119-E270-4C0C-913F-8F3DDDD4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9C8C2-6907-4B1D-A670-A2807F16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51DE0-B8A3-4A9A-9F45-7019911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B3583-2106-46F4-939C-C49E7E8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861F6-8EFE-4BCE-8039-6B4BE39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52064-855C-48DD-ABF9-5F1B7A4A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CD00B2-DC6B-4655-B591-92B7E71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99D22-B98A-45C6-A87B-CC819027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27003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7071D-F09F-4F23-A970-8C2F9D6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B5563-79DB-4AE1-BC4E-F1623375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36784-E5FF-47D8-B960-F23C4AB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CAB79-C5C4-449B-BB87-BEFC343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BA1CA-94FD-48AB-A491-9447110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3ED8-9B2F-4146-B5B1-024EF56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41495-F989-4692-943C-CDEA96AA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60175-2391-4339-B9D2-B6868F79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5AE69-C9EB-41C4-A1D2-1575E7A9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6776C-AF40-49B4-B7D5-AD7C8BFB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14415-113B-43DF-8012-8436AF52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60F44-4AF5-48BB-9DAB-40C34840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236ED-A3BB-4BC9-862E-D54296BE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A4FE5-1FF1-4024-B303-A5284859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30886-79B1-4F6F-9F9A-0F3A8EA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B0F72-C833-44C6-86EA-C8C8FFA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C3C09-4FAE-4CD4-960B-DF85426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A6650-2F03-48A6-97B3-B3C7DDC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1F155-6970-40DD-8451-1A05DC6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EDBA4-A247-4E21-A01D-58D113D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E1A40-33A5-4DCC-9248-F8806B3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DE025-B8B0-4E8E-BB46-BFE371B4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CC0DA-4EFC-4C88-B759-62FD0702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A6691-26D4-4FA6-915D-FB8C6E2A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6DED2-60C4-460E-AD97-9862680F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F752D-0C85-4015-9E4D-8E3CF08F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354506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2549B-5399-4D3A-9742-23BAB392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9F85E-45CC-4ABB-9697-485B880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55091-368B-4289-9456-744DF267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E4E6-0741-4973-B506-A71A73C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E9451A-E365-47C5-BAF5-CE9F28C3F36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15207ed92c473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7AD01-A1C0-4D5D-B228-4ADD7A6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89A76-B132-4D40-8442-0721617C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AA957-2BA4-43C0-9F81-61089BE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23D39-6BB0-4DDC-B95B-D2D8A80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678808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E48C-073D-4DAA-BB19-A30FAD9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9B428-8899-45B4-ABB0-4C8BA8D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C9D44-4A98-43CF-8BED-9A02075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BD0D-7A44-4180-858E-5F22E3A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20638-8B82-4DEA-8F6A-D0EE96D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27B58-F3AC-4D32-8207-5B720C04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60807-0FBE-4ABC-AF63-73DEC6E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0EC52-BF64-4739-90D7-F8DAAC6E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96ED6-9433-44AA-BD8C-C30B9C38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562D1-5273-45AE-AC9B-B2B2B500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424A2-A59B-4324-B729-A41EAA4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3F8DC-22E2-4FF9-BD62-D6285FA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04E9C-B9EE-4C06-98A9-D742B754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376AB-A497-4083-B076-281E642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BB81D-889E-44AD-9DD7-ED5EB119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DDF72-14F9-497E-88C8-0E79DC7E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BD5FA-2ED6-4D8A-A6F1-4E16DC4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397042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EAEA6-EF01-4EE0-89C5-B03A56B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69249-51CD-43C6-9E7E-17CBDD9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9C260-01E1-407D-89A4-69E79EBE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F1E84-5578-415C-85E3-49BD1813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9338D-F532-41B0-86BE-E85017A7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44980-1939-4724-B259-68529D0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FBCF4-D3FD-4A28-911B-4761261A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5B2D8-26DA-4CE8-B58B-079D137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2E8C5-ADA4-4C47-BF3A-591C76DC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61C97-CA5E-4F96-B31E-AB2EFF0E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4052E-5E7B-4229-9228-6952DF9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2139635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1DF4F-59DB-411C-9BC2-89B7BCA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8B535-C47F-426F-BB32-2524277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351FD-6DC2-4A42-941B-5F31BF9B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EF937-A2F6-49A4-A920-1C6DE04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E6AF2-3D80-4A06-A65F-01A255A2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DDFBD-7C5E-46EA-8736-376AA6A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F770-9B0C-4CA5-8EB9-269852C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E521D-B255-4C5A-9B41-DBAE0B9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BDF32-0D9C-4F8C-AFBC-E266F17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71794-8563-4DC7-8EF8-47136460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77257-DF49-486C-9A0E-ADF87740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35B8A-09D8-4C55-B053-1908922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CCDA3-CD28-4754-BD2F-7C56E7B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40FA4-0DEE-4858-99E5-DA11CCD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6CF76-57B5-4266-8CCB-FC7F6D94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B0F49-222C-450E-BFA7-D12AD2B1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66766-2C8B-48A3-949D-48F7030A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96F6E-C3AB-4D9C-8F9B-BA94B05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8FB82-EE2D-4E01-A8C8-D5D712F0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64A64-4296-4DCD-934B-42256CDD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26113-E166-4C73-BF0E-71AF4A10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CDA54-6108-410B-B846-79B1BE9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163DC-3E21-4E49-B838-B693E96A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CFB76-0AAB-4ED0-91D0-120120BA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2142981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E6F41-F9EB-483B-AA24-106F4C8C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CAB9-3B39-40AD-8EE7-C6D18B35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9B6C0-4269-4232-BE4B-9E82AD2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57F55-D764-4A88-BE62-09E51E88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E3199-62F7-42A3-9AA2-1D53B70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AEF78-D597-4D49-A61E-22AB70E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FE785-EFFE-4C92-BE39-85E2CEE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D836F-AE89-46CD-B639-BF7BC964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FEC6E-8DAB-485C-8300-057405B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CA0D7-FEF6-487C-9234-6A13A6C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FB702-BB4D-4F01-959A-41CB698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F7243-0979-4041-A798-C8D0794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6C666-687E-4374-8B11-5ED869C4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FBF70-4660-4274-8DF1-DCC35D59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71E63-431A-4CFD-B839-D1E418CB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A72FC-2EF4-4470-BD07-DFBA6054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E3BF9-70EE-425A-84C9-15DC441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D46B7-A594-41B4-BAB2-26416780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5F35B-AB81-4A3D-A6AA-7677DD5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4EDFF-0739-4F53-BA93-61EDAC2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6E88A-F902-4F02-9520-A026A70E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7776B-3CD1-43F5-A3A3-093480D8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E7E3E-082A-493D-8540-EF3FDA5E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C79F3-5546-45B2-B4A6-C02152B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880F2-B2C2-40DC-B308-0D23CF67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3259766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BACF2-292C-4F58-8621-E711A76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75E02-37ED-4567-BB5E-BD20099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8D6BE-211E-4B62-BA04-26646315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101C9-5A66-4290-825C-0068A3E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D077F-2CC0-4958-A4DF-F3565FA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234C2-9DD0-46B7-84C2-0BC61DDB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24B72-0CF4-4837-89D4-08086621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C37C5-9A16-4DB5-8A37-75F960F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95FF7-3058-43B5-B750-7706883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4A46B-BBC0-4A8A-B300-135289A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9F390-7523-4628-B6E3-71EFBFB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39D89-3B44-4D36-951C-87FDDC1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D5D85-1A82-4690-B1A3-43E7D89A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338F7-4830-40A0-A935-A77F212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029807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6BB61-3043-4C4B-9685-E30B453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17B80-19FA-4B3C-BD36-5C17E106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9CF1D-75D7-4614-9F24-2A80A7E9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03B49-B1E1-4F6D-B970-6F34B54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D074420-6A87-486F-8D5B-02A816F83747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bf54e7b6084b0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5B128-FBBD-45D4-96A7-D9455695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7A4F-6837-4FB2-8839-42E07C5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88476-57C4-4AC7-862C-F3682E21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527E-9406-4C4E-A88B-BBD2772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1509D-6D1D-4CBA-B9BA-0FE3BFA3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9CDF2-024E-40B4-B691-D6D7880C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436982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25372-1085-4601-BAFA-2B68BB5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D6930-F70E-4633-87B9-CBC32A9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EC640-895F-4790-BAE5-712A083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B87E-115B-449C-97EA-1BBAFDE8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5D11E9B-03D9-454C-8765-842AE6BCC383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28a155473445a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FA93E-057A-499F-B913-434469D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532DA-35FD-4C5C-8808-0878B2F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67AFC-0C47-4807-9B03-F113503C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1DD44-C94B-49C1-870E-34D4CCB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A249A-0B10-45A9-B472-F1E7D0D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8846442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C0D1B-A0BF-4064-8BD3-17E62046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5F334-D490-4AB2-AFB0-04E04A4F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E509B-93E2-4040-B370-53901D3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548A-832C-4D1B-945E-D1539E9A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18FF3-6F51-4550-BC62-F04CB538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B55F0-D841-437A-8EEE-C540389A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656D2-5439-4707-AED8-9F81F1F3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18EF7-FB6B-437F-B455-D7FCFA97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FA12F-2279-45A7-A860-878F9852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BEAC7-BCD7-43DB-84C3-860112EA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8497C-9008-4459-8376-612C78B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3E2B9-9E19-4E59-8D0B-6F699ED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D3730-A33A-4448-A9F2-D36BED3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F7FC5-D3AE-40D2-B121-DB2CD3C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E6E1D-3F6D-4ADA-B94B-96B5869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B3B23-5819-430F-AA50-F19B022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852E1-3AB4-4C33-8AD6-5FA3C2A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7A945-BDEF-4F5D-9598-5C4E22B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5D308-9FC9-4657-96A8-5586FC31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10A27-2198-4D32-9693-87DC5DE5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BEE96-AA03-4A99-9BA6-8795BF4E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698E8-0B39-4893-9296-13C31244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FDBAA-A079-4ABC-BFF8-0B495F14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4015270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2289A-A278-440C-A0A4-70B8B07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531FE-8FD5-4704-BF26-FBC0FB3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5BD0D-043E-4549-8B27-C587D3CB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7927-810A-48C8-A206-7ECA271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E31EA7A-1EAB-4783-9A05-DE35616C04F6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cf218469a4dc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3577-BBE9-4FFF-9191-FAC9202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C05F7-64B9-47A9-8EA5-2BCD6DCB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9BFF-9145-4A64-9794-91ADD7F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427E4-8670-4B0B-BF48-D4857CD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7F53F-112F-400C-9973-F050C39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7402891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AA6E3-4B7C-4705-95CE-B7A9456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B5CC6-AF17-49CB-9F09-92F261D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4147A-99B5-41C2-B4B2-718FB005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C06E7-72B1-4A38-93D0-22A23023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4B90-4D48-4765-94DA-2316404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45F9F-7ADA-47B4-B9B2-C8C8F819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A2A5A-BAC3-4B8E-92D5-E518CEB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8C0E2-A26D-4DAE-9916-48A2043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FF143-096E-4067-99C2-CDEAAFF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EEA03-E965-4797-83AD-7A9A68EB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4F213-D118-4CC7-8727-0F5647ED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738246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F73CD-E9CA-45D9-9671-89B8486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ZCU102 PACKAGE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5CAF9-F06E-4C32-A596-8598186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selector package passes artifact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13132-43C2-4D53-A0C9-4B05FD06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F8D39-1253-48A1-BFC7-FB73AE9D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4AE4B-5ED8-4C2D-A564-24E87AA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built the fixed U-Boot chooser; both choices use one required-key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C4FC-6DFF-4647-92B4-7E49F6C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C8774-E2C2-4224-9918-973C069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A65DF-22D9-4442-835B-C7037B43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Existing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AA172-FF67-4D48-B72E-C2B54F7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Kernel, FDT and initramfs extracted from the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9E78F-CC58-4ADC-811E-B84E4186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992D-1861-4EAB-8A61-78D3C61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DF152-5FB1-4353-85E6-2DF2BA38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Unified SPI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D2CA4-E4E5-4B4E-9F9D-000C407C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standalone firmware in the same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2FF7F-7D10-4F8F-A8FB-8431A4F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D0148-7EE2-4C7F-A4E7-237B678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C7258-8A82-4B49-B298-28AF4DD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Tamper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DE091-5F3A-49E5-97CE-C02DB94C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 in SPI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 check rejected the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056AA-F792-4FB6-BF62-45AD502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The packaged system DTB contains the required key; all three FIT configurations verify, and tampering fails.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0AE0C-0F50-41B8-8F1A-8DFCDA0F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Candidate BOOT.BIN and FIT are installed; original BOOT.BIN is backed up. Board boot and J55 transfer remain untested. Bootgen reports no authenticated FSBL/U-Boot chain, so this is not hardware-rooted secure boot.</a:t>
            </a:r>
          </a:p>
        </p:txBody>
      </p:sp>
    </p:spTree>
    <p:extLst>
      <p:ext uri="{BB962C8B-B14F-4D97-AF65-F5344CB8AC3E}">
        <p14:creationId xmlns:p14="http://schemas.microsoft.com/office/powerpoint/2010/main" val="1572972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2026-10-17T18:21:33.6350000Z</dcterms:created>
  <dcterms:modified xsi:type="dcterms:W3CDTF">2026-10-17T18:21:33.6350000Z</dcterms:modified>
</coreProperties>
</file>